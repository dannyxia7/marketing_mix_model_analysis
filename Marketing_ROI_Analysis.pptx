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4" r:id="rId4"/>
    <p:sldId id="258" r:id="rId5"/>
    <p:sldId id="268" r:id="rId6"/>
    <p:sldId id="259" r:id="rId7"/>
    <p:sldId id="267" r:id="rId8"/>
    <p:sldId id="260" r:id="rId9"/>
    <p:sldId id="261" r:id="rId10"/>
    <p:sldId id="263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51" d="100"/>
          <a:sy n="151" d="100"/>
        </p:scale>
        <p:origin x="1212" y="15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sv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svg"/><Relationship Id="rId1" Type="http://schemas.openxmlformats.org/officeDocument/2006/relationships/image" Target="../media/image5.png"/><Relationship Id="rId6" Type="http://schemas.openxmlformats.org/officeDocument/2006/relationships/image" Target="../media/image10.svg"/><Relationship Id="rId5" Type="http://schemas.openxmlformats.org/officeDocument/2006/relationships/image" Target="../media/image9.png"/><Relationship Id="rId4" Type="http://schemas.openxmlformats.org/officeDocument/2006/relationships/image" Target="../media/image8.sv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sv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svg"/><Relationship Id="rId1" Type="http://schemas.openxmlformats.org/officeDocument/2006/relationships/image" Target="../media/image5.png"/><Relationship Id="rId6" Type="http://schemas.openxmlformats.org/officeDocument/2006/relationships/image" Target="../media/image10.svg"/><Relationship Id="rId5" Type="http://schemas.openxmlformats.org/officeDocument/2006/relationships/image" Target="../media/image9.png"/><Relationship Id="rId4" Type="http://schemas.openxmlformats.org/officeDocument/2006/relationships/image" Target="../media/image8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763BA945-8957-44E4-8960-B89B7864F90C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2" csCatId="colorful" phldr="1"/>
      <dgm:spPr/>
      <dgm:t>
        <a:bodyPr/>
        <a:lstStyle/>
        <a:p>
          <a:endParaRPr lang="en-US"/>
        </a:p>
      </dgm:t>
    </dgm:pt>
    <dgm:pt modelId="{2FE54D89-9E55-41F7-B70D-08A2D1EB2D4D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Our model estimates the additional revenue generated per dollar spent, excluding long-term effects like repeat purchases or referrals.</a:t>
          </a:r>
        </a:p>
      </dgm:t>
    </dgm:pt>
    <dgm:pt modelId="{197F089A-B214-4EE7-A07F-551A1F32A7C0}" type="parTrans" cxnId="{1FB0BF43-8EFF-4D91-A2F9-6F0600593D96}">
      <dgm:prSet/>
      <dgm:spPr/>
      <dgm:t>
        <a:bodyPr/>
        <a:lstStyle/>
        <a:p>
          <a:endParaRPr lang="en-US"/>
        </a:p>
      </dgm:t>
    </dgm:pt>
    <dgm:pt modelId="{1FEF3EC3-3F1D-46FA-9D8A-28A37ECB6ADC}" type="sibTrans" cxnId="{1FB0BF43-8EFF-4D91-A2F9-6F0600593D96}">
      <dgm:prSet/>
      <dgm:spPr/>
      <dgm:t>
        <a:bodyPr/>
        <a:lstStyle/>
        <a:p>
          <a:endParaRPr lang="en-US"/>
        </a:p>
      </dgm:t>
    </dgm:pt>
    <dgm:pt modelId="{7BCB4D61-53A7-4C76-9851-C3BD5166E078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Model measures incremental short-term impact</a:t>
          </a:r>
        </a:p>
      </dgm:t>
    </dgm:pt>
    <dgm:pt modelId="{341DFC73-95E1-40DE-9F06-3F2970CDC15C}" type="parTrans" cxnId="{BF987013-5C6F-4355-8E99-DAFA3DCA6045}">
      <dgm:prSet/>
      <dgm:spPr/>
      <dgm:t>
        <a:bodyPr/>
        <a:lstStyle/>
        <a:p>
          <a:endParaRPr lang="en-US"/>
        </a:p>
      </dgm:t>
    </dgm:pt>
    <dgm:pt modelId="{4CFADCBA-A870-45AE-86A5-1798CC61294A}" type="sibTrans" cxnId="{BF987013-5C6F-4355-8E99-DAFA3DCA6045}">
      <dgm:prSet/>
      <dgm:spPr/>
      <dgm:t>
        <a:bodyPr/>
        <a:lstStyle/>
        <a:p>
          <a:endParaRPr lang="en-US"/>
        </a:p>
      </dgm:t>
    </dgm:pt>
    <dgm:pt modelId="{14E3EE4A-7991-4467-9802-A7F433094A29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Does not fully capture long-term customer value (repeat purchases, referrals, cross-sell)</a:t>
          </a:r>
        </a:p>
      </dgm:t>
    </dgm:pt>
    <dgm:pt modelId="{BF591D9F-2B7E-4DE7-BB8E-AAAC88DC4582}" type="parTrans" cxnId="{8FC09842-EB9E-4B28-BE28-CDCFA4B845C9}">
      <dgm:prSet/>
      <dgm:spPr/>
      <dgm:t>
        <a:bodyPr/>
        <a:lstStyle/>
        <a:p>
          <a:endParaRPr lang="en-US"/>
        </a:p>
      </dgm:t>
    </dgm:pt>
    <dgm:pt modelId="{A91A55E0-EEBD-46F1-8ED3-59A72EA74673}" type="sibTrans" cxnId="{8FC09842-EB9E-4B28-BE28-CDCFA4B845C9}">
      <dgm:prSet/>
      <dgm:spPr/>
      <dgm:t>
        <a:bodyPr/>
        <a:lstStyle/>
        <a:p>
          <a:endParaRPr lang="en-US"/>
        </a:p>
      </dgm:t>
    </dgm:pt>
    <dgm:pt modelId="{CAA63104-94E6-437E-A82D-374E09C79277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ROI reflects conservative, short-term estimate of marketing effectiveness</a:t>
          </a:r>
        </a:p>
      </dgm:t>
    </dgm:pt>
    <dgm:pt modelId="{B079C38F-B14A-4E66-9D8B-42BF7E1A5BF3}" type="parTrans" cxnId="{30022A63-CB16-4EEA-807D-0E3D436D4885}">
      <dgm:prSet/>
      <dgm:spPr/>
      <dgm:t>
        <a:bodyPr/>
        <a:lstStyle/>
        <a:p>
          <a:endParaRPr lang="en-US"/>
        </a:p>
      </dgm:t>
    </dgm:pt>
    <dgm:pt modelId="{9FB467CB-4CFF-463D-B0D9-A5F47B9041DA}" type="sibTrans" cxnId="{30022A63-CB16-4EEA-807D-0E3D436D4885}">
      <dgm:prSet/>
      <dgm:spPr/>
      <dgm:t>
        <a:bodyPr/>
        <a:lstStyle/>
        <a:p>
          <a:endParaRPr lang="en-US"/>
        </a:p>
      </dgm:t>
    </dgm:pt>
    <dgm:pt modelId="{38B34A65-EFE9-460B-9325-7DCF1D3856ED}" type="pres">
      <dgm:prSet presAssocID="{763BA945-8957-44E4-8960-B89B7864F90C}" presName="root" presStyleCnt="0">
        <dgm:presLayoutVars>
          <dgm:dir/>
          <dgm:resizeHandles val="exact"/>
        </dgm:presLayoutVars>
      </dgm:prSet>
      <dgm:spPr/>
    </dgm:pt>
    <dgm:pt modelId="{E686ED16-E544-4D31-93E3-D53D0C001E82}" type="pres">
      <dgm:prSet presAssocID="{2FE54D89-9E55-41F7-B70D-08A2D1EB2D4D}" presName="compNode" presStyleCnt="0"/>
      <dgm:spPr/>
    </dgm:pt>
    <dgm:pt modelId="{63290AAA-9CFF-49A4-BF3A-C957E3F31D77}" type="pres">
      <dgm:prSet presAssocID="{2FE54D89-9E55-41F7-B70D-08A2D1EB2D4D}" presName="bgRect" presStyleLbl="bgShp" presStyleIdx="0" presStyleCnt="4"/>
      <dgm:spPr/>
    </dgm:pt>
    <dgm:pt modelId="{2646DE87-3DC9-45AC-86B8-6ED9D209E5FB}" type="pres">
      <dgm:prSet presAssocID="{2FE54D89-9E55-41F7-B70D-08A2D1EB2D4D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ollar"/>
        </a:ext>
      </dgm:extLst>
    </dgm:pt>
    <dgm:pt modelId="{4C9B7293-77ED-4C92-9291-0DE571D4AE46}" type="pres">
      <dgm:prSet presAssocID="{2FE54D89-9E55-41F7-B70D-08A2D1EB2D4D}" presName="spaceRect" presStyleCnt="0"/>
      <dgm:spPr/>
    </dgm:pt>
    <dgm:pt modelId="{C957B46F-95C5-4859-A3F3-94103148B380}" type="pres">
      <dgm:prSet presAssocID="{2FE54D89-9E55-41F7-B70D-08A2D1EB2D4D}" presName="parTx" presStyleLbl="revTx" presStyleIdx="0" presStyleCnt="4">
        <dgm:presLayoutVars>
          <dgm:chMax val="0"/>
          <dgm:chPref val="0"/>
        </dgm:presLayoutVars>
      </dgm:prSet>
      <dgm:spPr/>
    </dgm:pt>
    <dgm:pt modelId="{3886E996-0697-4D32-88EF-CB62F7328570}" type="pres">
      <dgm:prSet presAssocID="{1FEF3EC3-3F1D-46FA-9D8A-28A37ECB6ADC}" presName="sibTrans" presStyleCnt="0"/>
      <dgm:spPr/>
    </dgm:pt>
    <dgm:pt modelId="{E051249D-B63D-4AA0-9E71-87F7FF59AFDF}" type="pres">
      <dgm:prSet presAssocID="{7BCB4D61-53A7-4C76-9851-C3BD5166E078}" presName="compNode" presStyleCnt="0"/>
      <dgm:spPr/>
    </dgm:pt>
    <dgm:pt modelId="{1209DC8D-D7AC-42C8-89AC-44D1F91600F5}" type="pres">
      <dgm:prSet presAssocID="{7BCB4D61-53A7-4C76-9851-C3BD5166E078}" presName="bgRect" presStyleLbl="bgShp" presStyleIdx="1" presStyleCnt="4"/>
      <dgm:spPr/>
    </dgm:pt>
    <dgm:pt modelId="{1C87F203-9ED7-4717-8DAA-03836687B26A}" type="pres">
      <dgm:prSet presAssocID="{7BCB4D61-53A7-4C76-9851-C3BD5166E078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Upward trend"/>
        </a:ext>
      </dgm:extLst>
    </dgm:pt>
    <dgm:pt modelId="{CA0ACD70-507B-490B-874D-933F67D2FE9E}" type="pres">
      <dgm:prSet presAssocID="{7BCB4D61-53A7-4C76-9851-C3BD5166E078}" presName="spaceRect" presStyleCnt="0"/>
      <dgm:spPr/>
    </dgm:pt>
    <dgm:pt modelId="{C4E7BC62-E530-44E5-AF43-83F2C90BF114}" type="pres">
      <dgm:prSet presAssocID="{7BCB4D61-53A7-4C76-9851-C3BD5166E078}" presName="parTx" presStyleLbl="revTx" presStyleIdx="1" presStyleCnt="4">
        <dgm:presLayoutVars>
          <dgm:chMax val="0"/>
          <dgm:chPref val="0"/>
        </dgm:presLayoutVars>
      </dgm:prSet>
      <dgm:spPr/>
    </dgm:pt>
    <dgm:pt modelId="{B79B081B-31A3-4C7C-84A7-1C602F46BC26}" type="pres">
      <dgm:prSet presAssocID="{4CFADCBA-A870-45AE-86A5-1798CC61294A}" presName="sibTrans" presStyleCnt="0"/>
      <dgm:spPr/>
    </dgm:pt>
    <dgm:pt modelId="{2594AC67-D5FB-4190-A588-8A8D5B4D0C65}" type="pres">
      <dgm:prSet presAssocID="{14E3EE4A-7991-4467-9802-A7F433094A29}" presName="compNode" presStyleCnt="0"/>
      <dgm:spPr/>
    </dgm:pt>
    <dgm:pt modelId="{1E2688B7-68F9-4339-9CB6-4B2661224FB4}" type="pres">
      <dgm:prSet presAssocID="{14E3EE4A-7991-4467-9802-A7F433094A29}" presName="bgRect" presStyleLbl="bgShp" presStyleIdx="2" presStyleCnt="4"/>
      <dgm:spPr/>
    </dgm:pt>
    <dgm:pt modelId="{26C4ED3B-C550-435B-80C8-2F51B652B606}" type="pres">
      <dgm:prSet presAssocID="{14E3EE4A-7991-4467-9802-A7F433094A29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ers"/>
        </a:ext>
      </dgm:extLst>
    </dgm:pt>
    <dgm:pt modelId="{52F88D31-87E8-4FCE-845D-2EE62B490381}" type="pres">
      <dgm:prSet presAssocID="{14E3EE4A-7991-4467-9802-A7F433094A29}" presName="spaceRect" presStyleCnt="0"/>
      <dgm:spPr/>
    </dgm:pt>
    <dgm:pt modelId="{34DE33E4-E936-4709-9983-47C727703AA1}" type="pres">
      <dgm:prSet presAssocID="{14E3EE4A-7991-4467-9802-A7F433094A29}" presName="parTx" presStyleLbl="revTx" presStyleIdx="2" presStyleCnt="4">
        <dgm:presLayoutVars>
          <dgm:chMax val="0"/>
          <dgm:chPref val="0"/>
        </dgm:presLayoutVars>
      </dgm:prSet>
      <dgm:spPr/>
    </dgm:pt>
    <dgm:pt modelId="{9533EC7B-CE5E-4B60-BF61-6F8EF17149FC}" type="pres">
      <dgm:prSet presAssocID="{A91A55E0-EEBD-46F1-8ED3-59A72EA74673}" presName="sibTrans" presStyleCnt="0"/>
      <dgm:spPr/>
    </dgm:pt>
    <dgm:pt modelId="{9CA32C01-EFCA-4354-89D7-5200206B6E5C}" type="pres">
      <dgm:prSet presAssocID="{CAA63104-94E6-437E-A82D-374E09C79277}" presName="compNode" presStyleCnt="0"/>
      <dgm:spPr/>
    </dgm:pt>
    <dgm:pt modelId="{E93B1B27-5062-440D-8603-72F1DF894A71}" type="pres">
      <dgm:prSet presAssocID="{CAA63104-94E6-437E-A82D-374E09C79277}" presName="bgRect" presStyleLbl="bgShp" presStyleIdx="3" presStyleCnt="4"/>
      <dgm:spPr/>
    </dgm:pt>
    <dgm:pt modelId="{4D56E117-AA9A-4453-940E-A5C668F75D08}" type="pres">
      <dgm:prSet presAssocID="{CAA63104-94E6-437E-A82D-374E09C79277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oney"/>
        </a:ext>
      </dgm:extLst>
    </dgm:pt>
    <dgm:pt modelId="{242EBB2E-0468-45E7-BB84-09E1192AF351}" type="pres">
      <dgm:prSet presAssocID="{CAA63104-94E6-437E-A82D-374E09C79277}" presName="spaceRect" presStyleCnt="0"/>
      <dgm:spPr/>
    </dgm:pt>
    <dgm:pt modelId="{86C22642-2218-4B6D-913E-4340A3382C54}" type="pres">
      <dgm:prSet presAssocID="{CAA63104-94E6-437E-A82D-374E09C79277}" presName="parTx" presStyleLbl="revTx" presStyleIdx="3" presStyleCnt="4">
        <dgm:presLayoutVars>
          <dgm:chMax val="0"/>
          <dgm:chPref val="0"/>
        </dgm:presLayoutVars>
      </dgm:prSet>
      <dgm:spPr/>
    </dgm:pt>
  </dgm:ptLst>
  <dgm:cxnLst>
    <dgm:cxn modelId="{BF987013-5C6F-4355-8E99-DAFA3DCA6045}" srcId="{763BA945-8957-44E4-8960-B89B7864F90C}" destId="{7BCB4D61-53A7-4C76-9851-C3BD5166E078}" srcOrd="1" destOrd="0" parTransId="{341DFC73-95E1-40DE-9F06-3F2970CDC15C}" sibTransId="{4CFADCBA-A870-45AE-86A5-1798CC61294A}"/>
    <dgm:cxn modelId="{61A97322-0C9F-40D2-A958-29CFFE6FFC50}" type="presOf" srcId="{14E3EE4A-7991-4467-9802-A7F433094A29}" destId="{34DE33E4-E936-4709-9983-47C727703AA1}" srcOrd="0" destOrd="0" presId="urn:microsoft.com/office/officeart/2018/2/layout/IconVerticalSolidList"/>
    <dgm:cxn modelId="{C2743528-41E8-4799-97B5-E9BA3F0DFA2F}" type="presOf" srcId="{2FE54D89-9E55-41F7-B70D-08A2D1EB2D4D}" destId="{C957B46F-95C5-4859-A3F3-94103148B380}" srcOrd="0" destOrd="0" presId="urn:microsoft.com/office/officeart/2018/2/layout/IconVerticalSolidList"/>
    <dgm:cxn modelId="{AECC7938-40F8-4338-B980-4908D5BA4B02}" type="presOf" srcId="{7BCB4D61-53A7-4C76-9851-C3BD5166E078}" destId="{C4E7BC62-E530-44E5-AF43-83F2C90BF114}" srcOrd="0" destOrd="0" presId="urn:microsoft.com/office/officeart/2018/2/layout/IconVerticalSolidList"/>
    <dgm:cxn modelId="{8FC09842-EB9E-4B28-BE28-CDCFA4B845C9}" srcId="{763BA945-8957-44E4-8960-B89B7864F90C}" destId="{14E3EE4A-7991-4467-9802-A7F433094A29}" srcOrd="2" destOrd="0" parTransId="{BF591D9F-2B7E-4DE7-BB8E-AAAC88DC4582}" sibTransId="{A91A55E0-EEBD-46F1-8ED3-59A72EA74673}"/>
    <dgm:cxn modelId="{30022A63-CB16-4EEA-807D-0E3D436D4885}" srcId="{763BA945-8957-44E4-8960-B89B7864F90C}" destId="{CAA63104-94E6-437E-A82D-374E09C79277}" srcOrd="3" destOrd="0" parTransId="{B079C38F-B14A-4E66-9D8B-42BF7E1A5BF3}" sibTransId="{9FB467CB-4CFF-463D-B0D9-A5F47B9041DA}"/>
    <dgm:cxn modelId="{1FB0BF43-8EFF-4D91-A2F9-6F0600593D96}" srcId="{763BA945-8957-44E4-8960-B89B7864F90C}" destId="{2FE54D89-9E55-41F7-B70D-08A2D1EB2D4D}" srcOrd="0" destOrd="0" parTransId="{197F089A-B214-4EE7-A07F-551A1F32A7C0}" sibTransId="{1FEF3EC3-3F1D-46FA-9D8A-28A37ECB6ADC}"/>
    <dgm:cxn modelId="{FD031F8B-AC81-4BD1-A8BB-56154D97E552}" type="presOf" srcId="{CAA63104-94E6-437E-A82D-374E09C79277}" destId="{86C22642-2218-4B6D-913E-4340A3382C54}" srcOrd="0" destOrd="0" presId="urn:microsoft.com/office/officeart/2018/2/layout/IconVerticalSolidList"/>
    <dgm:cxn modelId="{5E5FD9F2-A72E-4182-BB6C-49B978ACBDA4}" type="presOf" srcId="{763BA945-8957-44E4-8960-B89B7864F90C}" destId="{38B34A65-EFE9-460B-9325-7DCF1D3856ED}" srcOrd="0" destOrd="0" presId="urn:microsoft.com/office/officeart/2018/2/layout/IconVerticalSolidList"/>
    <dgm:cxn modelId="{24F2A91E-8BA6-419A-9088-AECD4A05D0C8}" type="presParOf" srcId="{38B34A65-EFE9-460B-9325-7DCF1D3856ED}" destId="{E686ED16-E544-4D31-93E3-D53D0C001E82}" srcOrd="0" destOrd="0" presId="urn:microsoft.com/office/officeart/2018/2/layout/IconVerticalSolidList"/>
    <dgm:cxn modelId="{7855FEA8-8497-483E-90E2-817E04EA4E68}" type="presParOf" srcId="{E686ED16-E544-4D31-93E3-D53D0C001E82}" destId="{63290AAA-9CFF-49A4-BF3A-C957E3F31D77}" srcOrd="0" destOrd="0" presId="urn:microsoft.com/office/officeart/2018/2/layout/IconVerticalSolidList"/>
    <dgm:cxn modelId="{5B70AF20-CAF9-4E48-BDB7-31F4EDC0C81B}" type="presParOf" srcId="{E686ED16-E544-4D31-93E3-D53D0C001E82}" destId="{2646DE87-3DC9-45AC-86B8-6ED9D209E5FB}" srcOrd="1" destOrd="0" presId="urn:microsoft.com/office/officeart/2018/2/layout/IconVerticalSolidList"/>
    <dgm:cxn modelId="{CBCF6A00-E3B6-4463-919D-6FE13F992BAC}" type="presParOf" srcId="{E686ED16-E544-4D31-93E3-D53D0C001E82}" destId="{4C9B7293-77ED-4C92-9291-0DE571D4AE46}" srcOrd="2" destOrd="0" presId="urn:microsoft.com/office/officeart/2018/2/layout/IconVerticalSolidList"/>
    <dgm:cxn modelId="{92C45643-E51E-4D24-A67B-07775C23CEF8}" type="presParOf" srcId="{E686ED16-E544-4D31-93E3-D53D0C001E82}" destId="{C957B46F-95C5-4859-A3F3-94103148B380}" srcOrd="3" destOrd="0" presId="urn:microsoft.com/office/officeart/2018/2/layout/IconVerticalSolidList"/>
    <dgm:cxn modelId="{9207DB9B-7ACF-4AB0-B9A2-D66E165BFC75}" type="presParOf" srcId="{38B34A65-EFE9-460B-9325-7DCF1D3856ED}" destId="{3886E996-0697-4D32-88EF-CB62F7328570}" srcOrd="1" destOrd="0" presId="urn:microsoft.com/office/officeart/2018/2/layout/IconVerticalSolidList"/>
    <dgm:cxn modelId="{6A36DE9A-3583-45A6-80B3-A68038BC3E81}" type="presParOf" srcId="{38B34A65-EFE9-460B-9325-7DCF1D3856ED}" destId="{E051249D-B63D-4AA0-9E71-87F7FF59AFDF}" srcOrd="2" destOrd="0" presId="urn:microsoft.com/office/officeart/2018/2/layout/IconVerticalSolidList"/>
    <dgm:cxn modelId="{B2803E72-DFB1-4211-9558-280465E51D43}" type="presParOf" srcId="{E051249D-B63D-4AA0-9E71-87F7FF59AFDF}" destId="{1209DC8D-D7AC-42C8-89AC-44D1F91600F5}" srcOrd="0" destOrd="0" presId="urn:microsoft.com/office/officeart/2018/2/layout/IconVerticalSolidList"/>
    <dgm:cxn modelId="{A6A857E0-534F-404E-8ED7-64D21E7D463E}" type="presParOf" srcId="{E051249D-B63D-4AA0-9E71-87F7FF59AFDF}" destId="{1C87F203-9ED7-4717-8DAA-03836687B26A}" srcOrd="1" destOrd="0" presId="urn:microsoft.com/office/officeart/2018/2/layout/IconVerticalSolidList"/>
    <dgm:cxn modelId="{F3706A2D-AAD6-4BF8-A836-020024942493}" type="presParOf" srcId="{E051249D-B63D-4AA0-9E71-87F7FF59AFDF}" destId="{CA0ACD70-507B-490B-874D-933F67D2FE9E}" srcOrd="2" destOrd="0" presId="urn:microsoft.com/office/officeart/2018/2/layout/IconVerticalSolidList"/>
    <dgm:cxn modelId="{E45DDC00-7E20-4A09-B09A-9C332BD3136D}" type="presParOf" srcId="{E051249D-B63D-4AA0-9E71-87F7FF59AFDF}" destId="{C4E7BC62-E530-44E5-AF43-83F2C90BF114}" srcOrd="3" destOrd="0" presId="urn:microsoft.com/office/officeart/2018/2/layout/IconVerticalSolidList"/>
    <dgm:cxn modelId="{E5CA9033-8938-44FF-A6A5-B5B62ABE6CAC}" type="presParOf" srcId="{38B34A65-EFE9-460B-9325-7DCF1D3856ED}" destId="{B79B081B-31A3-4C7C-84A7-1C602F46BC26}" srcOrd="3" destOrd="0" presId="urn:microsoft.com/office/officeart/2018/2/layout/IconVerticalSolidList"/>
    <dgm:cxn modelId="{A8263BB5-0B56-40D9-B98F-4F519F63ECC5}" type="presParOf" srcId="{38B34A65-EFE9-460B-9325-7DCF1D3856ED}" destId="{2594AC67-D5FB-4190-A588-8A8D5B4D0C65}" srcOrd="4" destOrd="0" presId="urn:microsoft.com/office/officeart/2018/2/layout/IconVerticalSolidList"/>
    <dgm:cxn modelId="{13FDCC0C-0BF6-41BB-B218-5EC15CCB951A}" type="presParOf" srcId="{2594AC67-D5FB-4190-A588-8A8D5B4D0C65}" destId="{1E2688B7-68F9-4339-9CB6-4B2661224FB4}" srcOrd="0" destOrd="0" presId="urn:microsoft.com/office/officeart/2018/2/layout/IconVerticalSolidList"/>
    <dgm:cxn modelId="{EA7C11E1-CB8A-4967-BF30-8AE83B906A26}" type="presParOf" srcId="{2594AC67-D5FB-4190-A588-8A8D5B4D0C65}" destId="{26C4ED3B-C550-435B-80C8-2F51B652B606}" srcOrd="1" destOrd="0" presId="urn:microsoft.com/office/officeart/2018/2/layout/IconVerticalSolidList"/>
    <dgm:cxn modelId="{562CB84B-E052-49C5-91BF-041814DBCC16}" type="presParOf" srcId="{2594AC67-D5FB-4190-A588-8A8D5B4D0C65}" destId="{52F88D31-87E8-4FCE-845D-2EE62B490381}" srcOrd="2" destOrd="0" presId="urn:microsoft.com/office/officeart/2018/2/layout/IconVerticalSolidList"/>
    <dgm:cxn modelId="{03E7B0DA-E11E-4129-AC31-4776CB77547B}" type="presParOf" srcId="{2594AC67-D5FB-4190-A588-8A8D5B4D0C65}" destId="{34DE33E4-E936-4709-9983-47C727703AA1}" srcOrd="3" destOrd="0" presId="urn:microsoft.com/office/officeart/2018/2/layout/IconVerticalSolidList"/>
    <dgm:cxn modelId="{94DBFFAF-6C6D-4FD5-9C23-FE09F5F85F8D}" type="presParOf" srcId="{38B34A65-EFE9-460B-9325-7DCF1D3856ED}" destId="{9533EC7B-CE5E-4B60-BF61-6F8EF17149FC}" srcOrd="5" destOrd="0" presId="urn:microsoft.com/office/officeart/2018/2/layout/IconVerticalSolidList"/>
    <dgm:cxn modelId="{7358226E-38A4-4993-B979-FB075F5EEF26}" type="presParOf" srcId="{38B34A65-EFE9-460B-9325-7DCF1D3856ED}" destId="{9CA32C01-EFCA-4354-89D7-5200206B6E5C}" srcOrd="6" destOrd="0" presId="urn:microsoft.com/office/officeart/2018/2/layout/IconVerticalSolidList"/>
    <dgm:cxn modelId="{1864A893-818B-4E6B-A073-A2F402194852}" type="presParOf" srcId="{9CA32C01-EFCA-4354-89D7-5200206B6E5C}" destId="{E93B1B27-5062-440D-8603-72F1DF894A71}" srcOrd="0" destOrd="0" presId="urn:microsoft.com/office/officeart/2018/2/layout/IconVerticalSolidList"/>
    <dgm:cxn modelId="{6C9139B8-6067-43CF-8803-BD0A8BE7A342}" type="presParOf" srcId="{9CA32C01-EFCA-4354-89D7-5200206B6E5C}" destId="{4D56E117-AA9A-4453-940E-A5C668F75D08}" srcOrd="1" destOrd="0" presId="urn:microsoft.com/office/officeart/2018/2/layout/IconVerticalSolidList"/>
    <dgm:cxn modelId="{4D0A3D62-30D7-4461-AAB5-2C527344C6EF}" type="presParOf" srcId="{9CA32C01-EFCA-4354-89D7-5200206B6E5C}" destId="{242EBB2E-0468-45E7-BB84-09E1192AF351}" srcOrd="2" destOrd="0" presId="urn:microsoft.com/office/officeart/2018/2/layout/IconVerticalSolidList"/>
    <dgm:cxn modelId="{D1F6BF92-34D3-4E81-AC06-CA8604B4B7C0}" type="presParOf" srcId="{9CA32C01-EFCA-4354-89D7-5200206B6E5C}" destId="{86C22642-2218-4B6D-913E-4340A3382C54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C42BEE8D-E22A-4849-9F2F-22997890E264}" type="doc">
      <dgm:prSet loTypeId="urn:microsoft.com/office/officeart/2018/layout/CircleProcess" loCatId="simpleprocesssa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48A70B54-AF43-4319-B3C5-8AEB5D47C923}">
      <dgm:prSet/>
      <dgm:spPr/>
      <dgm:t>
        <a:bodyPr/>
        <a:lstStyle/>
        <a:p>
          <a:r>
            <a:rPr lang="en-US" dirty="0"/>
            <a:t>High spend </a:t>
          </a:r>
        </a:p>
      </dgm:t>
    </dgm:pt>
    <dgm:pt modelId="{E21BAB8E-1D23-496A-B781-BAE99DF1B3ED}" type="parTrans" cxnId="{908223B8-ADE3-4533-894D-44BC876C8FB6}">
      <dgm:prSet/>
      <dgm:spPr/>
      <dgm:t>
        <a:bodyPr/>
        <a:lstStyle/>
        <a:p>
          <a:endParaRPr lang="en-US"/>
        </a:p>
      </dgm:t>
    </dgm:pt>
    <dgm:pt modelId="{821FF554-0544-48E6-A475-9768175E2DE0}" type="sibTrans" cxnId="{908223B8-ADE3-4533-894D-44BC876C8FB6}">
      <dgm:prSet/>
      <dgm:spPr/>
      <dgm:t>
        <a:bodyPr/>
        <a:lstStyle/>
        <a:p>
          <a:endParaRPr lang="en-US"/>
        </a:p>
      </dgm:t>
    </dgm:pt>
    <dgm:pt modelId="{463A0E8D-9754-4152-967A-4047283E1D10}">
      <dgm:prSet/>
      <dgm:spPr/>
      <dgm:t>
        <a:bodyPr/>
        <a:lstStyle/>
        <a:p>
          <a:r>
            <a:rPr lang="en-US"/>
            <a:t>concave response curve </a:t>
          </a:r>
        </a:p>
      </dgm:t>
    </dgm:pt>
    <dgm:pt modelId="{3394F377-2E6A-4404-A47C-A2B3CCABBF92}" type="parTrans" cxnId="{E967A4EA-01DA-473A-9615-BD55DB96E5AB}">
      <dgm:prSet/>
      <dgm:spPr/>
      <dgm:t>
        <a:bodyPr/>
        <a:lstStyle/>
        <a:p>
          <a:endParaRPr lang="en-US"/>
        </a:p>
      </dgm:t>
    </dgm:pt>
    <dgm:pt modelId="{4744A2C8-D250-4B69-93D2-E774C406B856}" type="sibTrans" cxnId="{E967A4EA-01DA-473A-9615-BD55DB96E5AB}">
      <dgm:prSet/>
      <dgm:spPr/>
      <dgm:t>
        <a:bodyPr/>
        <a:lstStyle/>
        <a:p>
          <a:endParaRPr lang="en-US"/>
        </a:p>
      </dgm:t>
    </dgm:pt>
    <dgm:pt modelId="{82381516-72DD-4B13-939A-4C855E0367D2}">
      <dgm:prSet/>
      <dgm:spPr/>
      <dgm:t>
        <a:bodyPr/>
        <a:lstStyle/>
        <a:p>
          <a:r>
            <a:rPr lang="en-US" dirty="0"/>
            <a:t>marginal ROI &lt; total ROI </a:t>
          </a:r>
        </a:p>
      </dgm:t>
    </dgm:pt>
    <dgm:pt modelId="{27955A77-A9AA-4120-B416-96807155EA7E}" type="parTrans" cxnId="{2EBC9912-AAC9-4C0A-835E-1A73F33A339A}">
      <dgm:prSet/>
      <dgm:spPr/>
      <dgm:t>
        <a:bodyPr/>
        <a:lstStyle/>
        <a:p>
          <a:endParaRPr lang="en-US"/>
        </a:p>
      </dgm:t>
    </dgm:pt>
    <dgm:pt modelId="{C1F37CCE-3405-4E2A-8FA5-D963845893F9}" type="sibTrans" cxnId="{2EBC9912-AAC9-4C0A-835E-1A73F33A339A}">
      <dgm:prSet/>
      <dgm:spPr/>
      <dgm:t>
        <a:bodyPr/>
        <a:lstStyle/>
        <a:p>
          <a:endParaRPr lang="en-US"/>
        </a:p>
      </dgm:t>
    </dgm:pt>
    <dgm:pt modelId="{43FB414B-ADC3-43A4-B291-EF290717A98D}">
      <dgm:prSet/>
      <dgm:spPr/>
      <dgm:t>
        <a:bodyPr/>
        <a:lstStyle/>
        <a:p>
          <a:r>
            <a:rPr lang="en-US" dirty="0"/>
            <a:t>modeled revenue &lt; reported revenue.</a:t>
          </a:r>
        </a:p>
      </dgm:t>
    </dgm:pt>
    <dgm:pt modelId="{3D147309-FDD5-45B1-8053-E0716E5C303A}" type="parTrans" cxnId="{B86C01F8-2F34-4693-8DB0-59491375D22A}">
      <dgm:prSet/>
      <dgm:spPr/>
      <dgm:t>
        <a:bodyPr/>
        <a:lstStyle/>
        <a:p>
          <a:endParaRPr lang="en-US"/>
        </a:p>
      </dgm:t>
    </dgm:pt>
    <dgm:pt modelId="{A2E9CF54-C4FD-4159-A079-4A776CF33CFE}" type="sibTrans" cxnId="{B86C01F8-2F34-4693-8DB0-59491375D22A}">
      <dgm:prSet/>
      <dgm:spPr/>
      <dgm:t>
        <a:bodyPr/>
        <a:lstStyle/>
        <a:p>
          <a:endParaRPr lang="en-US"/>
        </a:p>
      </dgm:t>
    </dgm:pt>
    <dgm:pt modelId="{4ED832A9-5674-4044-BA84-EB7512D4CB9C}" type="pres">
      <dgm:prSet presAssocID="{C42BEE8D-E22A-4849-9F2F-22997890E264}" presName="Name0" presStyleCnt="0">
        <dgm:presLayoutVars>
          <dgm:chMax val="11"/>
          <dgm:chPref val="11"/>
          <dgm:dir/>
          <dgm:resizeHandles/>
        </dgm:presLayoutVars>
      </dgm:prSet>
      <dgm:spPr/>
    </dgm:pt>
    <dgm:pt modelId="{F050A7BC-816E-496D-A237-724A05850C1C}" type="pres">
      <dgm:prSet presAssocID="{43FB414B-ADC3-43A4-B291-EF290717A98D}" presName="Accent4" presStyleCnt="0"/>
      <dgm:spPr/>
    </dgm:pt>
    <dgm:pt modelId="{4A13F160-E22A-409D-A2F8-E04188A30237}" type="pres">
      <dgm:prSet presAssocID="{43FB414B-ADC3-43A4-B291-EF290717A98D}" presName="Accent" presStyleLbl="node1" presStyleIdx="0" presStyleCnt="8"/>
      <dgm:spPr/>
    </dgm:pt>
    <dgm:pt modelId="{462C7BC9-359C-4832-8619-E34A9E2D6D8F}" type="pres">
      <dgm:prSet presAssocID="{43FB414B-ADC3-43A4-B291-EF290717A98D}" presName="ParentBackground4" presStyleCnt="0"/>
      <dgm:spPr/>
    </dgm:pt>
    <dgm:pt modelId="{D61BA7DC-621E-4A3C-9820-F6E4A8774EE3}" type="pres">
      <dgm:prSet presAssocID="{43FB414B-ADC3-43A4-B291-EF290717A98D}" presName="ParentBackground" presStyleLbl="node1" presStyleIdx="1" presStyleCnt="8"/>
      <dgm:spPr/>
    </dgm:pt>
    <dgm:pt modelId="{1F759608-2B68-4F6D-9C97-F399087AF23D}" type="pres">
      <dgm:prSet presAssocID="{43FB414B-ADC3-43A4-B291-EF290717A98D}" presName="Parent4" presStyleLbl="fgAcc0" presStyleIdx="0" presStyleCnt="0">
        <dgm:presLayoutVars>
          <dgm:chMax val="1"/>
          <dgm:chPref val="1"/>
          <dgm:bulletEnabled val="1"/>
        </dgm:presLayoutVars>
      </dgm:prSet>
      <dgm:spPr/>
    </dgm:pt>
    <dgm:pt modelId="{B07BD5CC-3C30-4F54-A657-7B8DC799D1E5}" type="pres">
      <dgm:prSet presAssocID="{82381516-72DD-4B13-939A-4C855E0367D2}" presName="Accent3" presStyleCnt="0"/>
      <dgm:spPr/>
    </dgm:pt>
    <dgm:pt modelId="{D96C6EFA-1707-41E5-89E0-3A75DB2A1D02}" type="pres">
      <dgm:prSet presAssocID="{82381516-72DD-4B13-939A-4C855E0367D2}" presName="Accent" presStyleLbl="node1" presStyleIdx="2" presStyleCnt="8"/>
      <dgm:spPr/>
    </dgm:pt>
    <dgm:pt modelId="{74D3B7FE-35C0-48FB-A4C8-2FA7AD00A8E0}" type="pres">
      <dgm:prSet presAssocID="{82381516-72DD-4B13-939A-4C855E0367D2}" presName="ParentBackground3" presStyleCnt="0"/>
      <dgm:spPr/>
    </dgm:pt>
    <dgm:pt modelId="{17442FB2-4CEF-48A3-8E85-8C66BC7CF9CD}" type="pres">
      <dgm:prSet presAssocID="{82381516-72DD-4B13-939A-4C855E0367D2}" presName="ParentBackground" presStyleLbl="node1" presStyleIdx="3" presStyleCnt="8"/>
      <dgm:spPr/>
    </dgm:pt>
    <dgm:pt modelId="{D004A9F7-2E82-4C86-AEDC-35D92DF56692}" type="pres">
      <dgm:prSet presAssocID="{82381516-72DD-4B13-939A-4C855E0367D2}" presName="Parent3" presStyleLbl="fgAcc0" presStyleIdx="0" presStyleCnt="0">
        <dgm:presLayoutVars>
          <dgm:chMax val="1"/>
          <dgm:chPref val="1"/>
          <dgm:bulletEnabled val="1"/>
        </dgm:presLayoutVars>
      </dgm:prSet>
      <dgm:spPr/>
    </dgm:pt>
    <dgm:pt modelId="{A4477781-6480-41AA-97F8-A577A40D812C}" type="pres">
      <dgm:prSet presAssocID="{463A0E8D-9754-4152-967A-4047283E1D10}" presName="Accent2" presStyleCnt="0"/>
      <dgm:spPr/>
    </dgm:pt>
    <dgm:pt modelId="{A8361375-1DFB-4951-99C7-BA946FC9064C}" type="pres">
      <dgm:prSet presAssocID="{463A0E8D-9754-4152-967A-4047283E1D10}" presName="Accent" presStyleLbl="node1" presStyleIdx="4" presStyleCnt="8"/>
      <dgm:spPr/>
    </dgm:pt>
    <dgm:pt modelId="{5BAB674E-8C45-411B-8BB9-E930777F49F1}" type="pres">
      <dgm:prSet presAssocID="{463A0E8D-9754-4152-967A-4047283E1D10}" presName="ParentBackground2" presStyleCnt="0"/>
      <dgm:spPr/>
    </dgm:pt>
    <dgm:pt modelId="{3429A86C-4F22-4DD2-B931-D485A5D58F4C}" type="pres">
      <dgm:prSet presAssocID="{463A0E8D-9754-4152-967A-4047283E1D10}" presName="ParentBackground" presStyleLbl="node1" presStyleIdx="5" presStyleCnt="8"/>
      <dgm:spPr/>
    </dgm:pt>
    <dgm:pt modelId="{FE3481FF-21BE-4A7F-94E5-979E3AE66EDA}" type="pres">
      <dgm:prSet presAssocID="{463A0E8D-9754-4152-967A-4047283E1D10}" presName="Parent2" presStyleLbl="fgAcc0" presStyleIdx="0" presStyleCnt="0">
        <dgm:presLayoutVars>
          <dgm:chMax val="1"/>
          <dgm:chPref val="1"/>
          <dgm:bulletEnabled val="1"/>
        </dgm:presLayoutVars>
      </dgm:prSet>
      <dgm:spPr/>
    </dgm:pt>
    <dgm:pt modelId="{4DA5BC3C-55A0-4144-9687-DAC163393770}" type="pres">
      <dgm:prSet presAssocID="{48A70B54-AF43-4319-B3C5-8AEB5D47C923}" presName="Accent1" presStyleCnt="0"/>
      <dgm:spPr/>
    </dgm:pt>
    <dgm:pt modelId="{48A2AE48-3636-443C-B85C-9EA581FB6EA3}" type="pres">
      <dgm:prSet presAssocID="{48A70B54-AF43-4319-B3C5-8AEB5D47C923}" presName="Accent" presStyleLbl="node1" presStyleIdx="6" presStyleCnt="8"/>
      <dgm:spPr/>
    </dgm:pt>
    <dgm:pt modelId="{66D89882-063F-46AB-8E59-63164E30EFF0}" type="pres">
      <dgm:prSet presAssocID="{48A70B54-AF43-4319-B3C5-8AEB5D47C923}" presName="ParentBackground1" presStyleCnt="0"/>
      <dgm:spPr/>
    </dgm:pt>
    <dgm:pt modelId="{1EB4877B-72BD-4CD6-B716-37AB2DE5B3E4}" type="pres">
      <dgm:prSet presAssocID="{48A70B54-AF43-4319-B3C5-8AEB5D47C923}" presName="ParentBackground" presStyleLbl="node1" presStyleIdx="7" presStyleCnt="8"/>
      <dgm:spPr/>
    </dgm:pt>
    <dgm:pt modelId="{C5B07EBC-456E-4F77-9E6D-5409C56EBAC0}" type="pres">
      <dgm:prSet presAssocID="{48A70B54-AF43-4319-B3C5-8AEB5D47C923}" presName="Parent1" presStyleLbl="fgAcc0" presStyleIdx="0" presStyleCnt="0">
        <dgm:presLayoutVars>
          <dgm:chMax val="1"/>
          <dgm:chPref val="1"/>
          <dgm:bulletEnabled val="1"/>
        </dgm:presLayoutVars>
      </dgm:prSet>
      <dgm:spPr/>
    </dgm:pt>
  </dgm:ptLst>
  <dgm:cxnLst>
    <dgm:cxn modelId="{2EBC9912-AAC9-4C0A-835E-1A73F33A339A}" srcId="{C42BEE8D-E22A-4849-9F2F-22997890E264}" destId="{82381516-72DD-4B13-939A-4C855E0367D2}" srcOrd="2" destOrd="0" parTransId="{27955A77-A9AA-4120-B416-96807155EA7E}" sibTransId="{C1F37CCE-3405-4E2A-8FA5-D963845893F9}"/>
    <dgm:cxn modelId="{6DFDCA32-8553-4911-8F9A-A79BA9915980}" type="presOf" srcId="{48A70B54-AF43-4319-B3C5-8AEB5D47C923}" destId="{C5B07EBC-456E-4F77-9E6D-5409C56EBAC0}" srcOrd="1" destOrd="0" presId="urn:microsoft.com/office/officeart/2018/layout/CircleProcess"/>
    <dgm:cxn modelId="{928B1F61-D0A9-4F6E-AB14-95B79389DB30}" type="presOf" srcId="{C42BEE8D-E22A-4849-9F2F-22997890E264}" destId="{4ED832A9-5674-4044-BA84-EB7512D4CB9C}" srcOrd="0" destOrd="0" presId="urn:microsoft.com/office/officeart/2018/layout/CircleProcess"/>
    <dgm:cxn modelId="{FB9DB845-E46F-4F22-A74D-A80FE68115C8}" type="presOf" srcId="{43FB414B-ADC3-43A4-B291-EF290717A98D}" destId="{1F759608-2B68-4F6D-9C97-F399087AF23D}" srcOrd="1" destOrd="0" presId="urn:microsoft.com/office/officeart/2018/layout/CircleProcess"/>
    <dgm:cxn modelId="{A9D7434B-6954-47F6-9FDF-7D9EFE95AACC}" type="presOf" srcId="{82381516-72DD-4B13-939A-4C855E0367D2}" destId="{D004A9F7-2E82-4C86-AEDC-35D92DF56692}" srcOrd="1" destOrd="0" presId="urn:microsoft.com/office/officeart/2018/layout/CircleProcess"/>
    <dgm:cxn modelId="{7213456E-1EB9-4A69-A3B5-414A12AA3A11}" type="presOf" srcId="{463A0E8D-9754-4152-967A-4047283E1D10}" destId="{3429A86C-4F22-4DD2-B931-D485A5D58F4C}" srcOrd="0" destOrd="0" presId="urn:microsoft.com/office/officeart/2018/layout/CircleProcess"/>
    <dgm:cxn modelId="{E4ED0A90-7A8B-417E-81D0-2C444981E379}" type="presOf" srcId="{48A70B54-AF43-4319-B3C5-8AEB5D47C923}" destId="{1EB4877B-72BD-4CD6-B716-37AB2DE5B3E4}" srcOrd="0" destOrd="0" presId="urn:microsoft.com/office/officeart/2018/layout/CircleProcess"/>
    <dgm:cxn modelId="{D371A2AA-DBE8-441D-A93B-2E34E831250D}" type="presOf" srcId="{82381516-72DD-4B13-939A-4C855E0367D2}" destId="{17442FB2-4CEF-48A3-8E85-8C66BC7CF9CD}" srcOrd="0" destOrd="0" presId="urn:microsoft.com/office/officeart/2018/layout/CircleProcess"/>
    <dgm:cxn modelId="{908223B8-ADE3-4533-894D-44BC876C8FB6}" srcId="{C42BEE8D-E22A-4849-9F2F-22997890E264}" destId="{48A70B54-AF43-4319-B3C5-8AEB5D47C923}" srcOrd="0" destOrd="0" parTransId="{E21BAB8E-1D23-496A-B781-BAE99DF1B3ED}" sibTransId="{821FF554-0544-48E6-A475-9768175E2DE0}"/>
    <dgm:cxn modelId="{6C55B7C1-49F8-458D-9805-FB791C5A142E}" type="presOf" srcId="{463A0E8D-9754-4152-967A-4047283E1D10}" destId="{FE3481FF-21BE-4A7F-94E5-979E3AE66EDA}" srcOrd="1" destOrd="0" presId="urn:microsoft.com/office/officeart/2018/layout/CircleProcess"/>
    <dgm:cxn modelId="{891C1DE6-78B0-4082-8DD6-C978A278EEBD}" type="presOf" srcId="{43FB414B-ADC3-43A4-B291-EF290717A98D}" destId="{D61BA7DC-621E-4A3C-9820-F6E4A8774EE3}" srcOrd="0" destOrd="0" presId="urn:microsoft.com/office/officeart/2018/layout/CircleProcess"/>
    <dgm:cxn modelId="{E967A4EA-01DA-473A-9615-BD55DB96E5AB}" srcId="{C42BEE8D-E22A-4849-9F2F-22997890E264}" destId="{463A0E8D-9754-4152-967A-4047283E1D10}" srcOrd="1" destOrd="0" parTransId="{3394F377-2E6A-4404-A47C-A2B3CCABBF92}" sibTransId="{4744A2C8-D250-4B69-93D2-E774C406B856}"/>
    <dgm:cxn modelId="{B86C01F8-2F34-4693-8DB0-59491375D22A}" srcId="{C42BEE8D-E22A-4849-9F2F-22997890E264}" destId="{43FB414B-ADC3-43A4-B291-EF290717A98D}" srcOrd="3" destOrd="0" parTransId="{3D147309-FDD5-45B1-8053-E0716E5C303A}" sibTransId="{A2E9CF54-C4FD-4159-A079-4A776CF33CFE}"/>
    <dgm:cxn modelId="{C65B9415-E833-4D5F-8377-02D8514856C1}" type="presParOf" srcId="{4ED832A9-5674-4044-BA84-EB7512D4CB9C}" destId="{F050A7BC-816E-496D-A237-724A05850C1C}" srcOrd="0" destOrd="0" presId="urn:microsoft.com/office/officeart/2018/layout/CircleProcess"/>
    <dgm:cxn modelId="{7A390424-078C-491A-9F4C-52969010C925}" type="presParOf" srcId="{F050A7BC-816E-496D-A237-724A05850C1C}" destId="{4A13F160-E22A-409D-A2F8-E04188A30237}" srcOrd="0" destOrd="0" presId="urn:microsoft.com/office/officeart/2018/layout/CircleProcess"/>
    <dgm:cxn modelId="{55FE10DC-8D75-4B4B-82AF-D7B180BA485E}" type="presParOf" srcId="{4ED832A9-5674-4044-BA84-EB7512D4CB9C}" destId="{462C7BC9-359C-4832-8619-E34A9E2D6D8F}" srcOrd="1" destOrd="0" presId="urn:microsoft.com/office/officeart/2018/layout/CircleProcess"/>
    <dgm:cxn modelId="{EA357A94-5C35-4414-8966-C70B3A379232}" type="presParOf" srcId="{462C7BC9-359C-4832-8619-E34A9E2D6D8F}" destId="{D61BA7DC-621E-4A3C-9820-F6E4A8774EE3}" srcOrd="0" destOrd="0" presId="urn:microsoft.com/office/officeart/2018/layout/CircleProcess"/>
    <dgm:cxn modelId="{2FB53E8B-766D-4DB3-AE0F-6AA1859AFA31}" type="presParOf" srcId="{4ED832A9-5674-4044-BA84-EB7512D4CB9C}" destId="{1F759608-2B68-4F6D-9C97-F399087AF23D}" srcOrd="2" destOrd="0" presId="urn:microsoft.com/office/officeart/2018/layout/CircleProcess"/>
    <dgm:cxn modelId="{4B1692B5-8644-4365-AE6D-1E67F374B497}" type="presParOf" srcId="{4ED832A9-5674-4044-BA84-EB7512D4CB9C}" destId="{B07BD5CC-3C30-4F54-A657-7B8DC799D1E5}" srcOrd="3" destOrd="0" presId="urn:microsoft.com/office/officeart/2018/layout/CircleProcess"/>
    <dgm:cxn modelId="{302D1500-18EF-46EB-8F9B-A977D73A765B}" type="presParOf" srcId="{B07BD5CC-3C30-4F54-A657-7B8DC799D1E5}" destId="{D96C6EFA-1707-41E5-89E0-3A75DB2A1D02}" srcOrd="0" destOrd="0" presId="urn:microsoft.com/office/officeart/2018/layout/CircleProcess"/>
    <dgm:cxn modelId="{E1609028-7415-4333-85F0-762E7983160C}" type="presParOf" srcId="{4ED832A9-5674-4044-BA84-EB7512D4CB9C}" destId="{74D3B7FE-35C0-48FB-A4C8-2FA7AD00A8E0}" srcOrd="4" destOrd="0" presId="urn:microsoft.com/office/officeart/2018/layout/CircleProcess"/>
    <dgm:cxn modelId="{DF7823FE-33E3-4B93-B431-056F4B86CEB6}" type="presParOf" srcId="{74D3B7FE-35C0-48FB-A4C8-2FA7AD00A8E0}" destId="{17442FB2-4CEF-48A3-8E85-8C66BC7CF9CD}" srcOrd="0" destOrd="0" presId="urn:microsoft.com/office/officeart/2018/layout/CircleProcess"/>
    <dgm:cxn modelId="{F72B0A65-DC4D-4B5A-8FD3-B86F0FC239A1}" type="presParOf" srcId="{4ED832A9-5674-4044-BA84-EB7512D4CB9C}" destId="{D004A9F7-2E82-4C86-AEDC-35D92DF56692}" srcOrd="5" destOrd="0" presId="urn:microsoft.com/office/officeart/2018/layout/CircleProcess"/>
    <dgm:cxn modelId="{8FAA172D-0D5D-42AE-959E-FA32C700C23E}" type="presParOf" srcId="{4ED832A9-5674-4044-BA84-EB7512D4CB9C}" destId="{A4477781-6480-41AA-97F8-A577A40D812C}" srcOrd="6" destOrd="0" presId="urn:microsoft.com/office/officeart/2018/layout/CircleProcess"/>
    <dgm:cxn modelId="{132CC18E-25FA-4AF3-B87B-B6E27C809080}" type="presParOf" srcId="{A4477781-6480-41AA-97F8-A577A40D812C}" destId="{A8361375-1DFB-4951-99C7-BA946FC9064C}" srcOrd="0" destOrd="0" presId="urn:microsoft.com/office/officeart/2018/layout/CircleProcess"/>
    <dgm:cxn modelId="{A1E66E93-FCA7-43B0-B0E5-7436E4F05291}" type="presParOf" srcId="{4ED832A9-5674-4044-BA84-EB7512D4CB9C}" destId="{5BAB674E-8C45-411B-8BB9-E930777F49F1}" srcOrd="7" destOrd="0" presId="urn:microsoft.com/office/officeart/2018/layout/CircleProcess"/>
    <dgm:cxn modelId="{CD0BC0C0-9180-4F40-BD9D-F12363103B10}" type="presParOf" srcId="{5BAB674E-8C45-411B-8BB9-E930777F49F1}" destId="{3429A86C-4F22-4DD2-B931-D485A5D58F4C}" srcOrd="0" destOrd="0" presId="urn:microsoft.com/office/officeart/2018/layout/CircleProcess"/>
    <dgm:cxn modelId="{700C4AA5-325D-477C-8F60-32611361BAEE}" type="presParOf" srcId="{4ED832A9-5674-4044-BA84-EB7512D4CB9C}" destId="{FE3481FF-21BE-4A7F-94E5-979E3AE66EDA}" srcOrd="8" destOrd="0" presId="urn:microsoft.com/office/officeart/2018/layout/CircleProcess"/>
    <dgm:cxn modelId="{C26023D2-512C-4299-9D1B-93CD969BD956}" type="presParOf" srcId="{4ED832A9-5674-4044-BA84-EB7512D4CB9C}" destId="{4DA5BC3C-55A0-4144-9687-DAC163393770}" srcOrd="9" destOrd="0" presId="urn:microsoft.com/office/officeart/2018/layout/CircleProcess"/>
    <dgm:cxn modelId="{0DCAD703-5B3E-4179-AF31-D0B69619F39C}" type="presParOf" srcId="{4DA5BC3C-55A0-4144-9687-DAC163393770}" destId="{48A2AE48-3636-443C-B85C-9EA581FB6EA3}" srcOrd="0" destOrd="0" presId="urn:microsoft.com/office/officeart/2018/layout/CircleProcess"/>
    <dgm:cxn modelId="{3BAD3FC5-490E-493A-8A2D-288006BA5AFE}" type="presParOf" srcId="{4ED832A9-5674-4044-BA84-EB7512D4CB9C}" destId="{66D89882-063F-46AB-8E59-63164E30EFF0}" srcOrd="10" destOrd="0" presId="urn:microsoft.com/office/officeart/2018/layout/CircleProcess"/>
    <dgm:cxn modelId="{5096701D-57A4-42BF-A69A-A5B22B7E7B14}" type="presParOf" srcId="{66D89882-063F-46AB-8E59-63164E30EFF0}" destId="{1EB4877B-72BD-4CD6-B716-37AB2DE5B3E4}" srcOrd="0" destOrd="0" presId="urn:microsoft.com/office/officeart/2018/layout/CircleProcess"/>
    <dgm:cxn modelId="{FFDEFCAD-6EF3-4E10-A1AB-C25B9EA76E42}" type="presParOf" srcId="{4ED832A9-5674-4044-BA84-EB7512D4CB9C}" destId="{C5B07EBC-456E-4F77-9E6D-5409C56EBAC0}" srcOrd="11" destOrd="0" presId="urn:microsoft.com/office/officeart/2018/layout/CircleProcess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3290AAA-9CFF-49A4-BF3A-C957E3F31D77}">
      <dsp:nvSpPr>
        <dsp:cNvPr id="0" name=""/>
        <dsp:cNvSpPr/>
      </dsp:nvSpPr>
      <dsp:spPr>
        <a:xfrm>
          <a:off x="0" y="2319"/>
          <a:ext cx="4683949" cy="1175727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646DE87-3DC9-45AC-86B8-6ED9D209E5FB}">
      <dsp:nvSpPr>
        <dsp:cNvPr id="0" name=""/>
        <dsp:cNvSpPr/>
      </dsp:nvSpPr>
      <dsp:spPr>
        <a:xfrm>
          <a:off x="355657" y="266858"/>
          <a:ext cx="646650" cy="64665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957B46F-95C5-4859-A3F3-94103148B380}">
      <dsp:nvSpPr>
        <dsp:cNvPr id="0" name=""/>
        <dsp:cNvSpPr/>
      </dsp:nvSpPr>
      <dsp:spPr>
        <a:xfrm>
          <a:off x="1357965" y="2319"/>
          <a:ext cx="3325983" cy="117572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4431" tIns="124431" rIns="124431" bIns="124431" numCol="1" spcCol="1270" anchor="ctr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Our model estimates the additional revenue generated per dollar spent, excluding long-term effects like repeat purchases or referrals.</a:t>
          </a:r>
        </a:p>
      </dsp:txBody>
      <dsp:txXfrm>
        <a:off x="1357965" y="2319"/>
        <a:ext cx="3325983" cy="1175727"/>
      </dsp:txXfrm>
    </dsp:sp>
    <dsp:sp modelId="{1209DC8D-D7AC-42C8-89AC-44D1F91600F5}">
      <dsp:nvSpPr>
        <dsp:cNvPr id="0" name=""/>
        <dsp:cNvSpPr/>
      </dsp:nvSpPr>
      <dsp:spPr>
        <a:xfrm>
          <a:off x="0" y="1471979"/>
          <a:ext cx="4683949" cy="1175727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C87F203-9ED7-4717-8DAA-03836687B26A}">
      <dsp:nvSpPr>
        <dsp:cNvPr id="0" name=""/>
        <dsp:cNvSpPr/>
      </dsp:nvSpPr>
      <dsp:spPr>
        <a:xfrm>
          <a:off x="355657" y="1736518"/>
          <a:ext cx="646650" cy="64665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4E7BC62-E530-44E5-AF43-83F2C90BF114}">
      <dsp:nvSpPr>
        <dsp:cNvPr id="0" name=""/>
        <dsp:cNvSpPr/>
      </dsp:nvSpPr>
      <dsp:spPr>
        <a:xfrm>
          <a:off x="1357965" y="1471979"/>
          <a:ext cx="3325983" cy="117572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4431" tIns="124431" rIns="124431" bIns="124431" numCol="1" spcCol="1270" anchor="ctr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Model measures incremental short-term impact</a:t>
          </a:r>
        </a:p>
      </dsp:txBody>
      <dsp:txXfrm>
        <a:off x="1357965" y="1471979"/>
        <a:ext cx="3325983" cy="1175727"/>
      </dsp:txXfrm>
    </dsp:sp>
    <dsp:sp modelId="{1E2688B7-68F9-4339-9CB6-4B2661224FB4}">
      <dsp:nvSpPr>
        <dsp:cNvPr id="0" name=""/>
        <dsp:cNvSpPr/>
      </dsp:nvSpPr>
      <dsp:spPr>
        <a:xfrm>
          <a:off x="0" y="2941639"/>
          <a:ext cx="4683949" cy="1175727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6C4ED3B-C550-435B-80C8-2F51B652B606}">
      <dsp:nvSpPr>
        <dsp:cNvPr id="0" name=""/>
        <dsp:cNvSpPr/>
      </dsp:nvSpPr>
      <dsp:spPr>
        <a:xfrm>
          <a:off x="355657" y="3206178"/>
          <a:ext cx="646650" cy="646650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4DE33E4-E936-4709-9983-47C727703AA1}">
      <dsp:nvSpPr>
        <dsp:cNvPr id="0" name=""/>
        <dsp:cNvSpPr/>
      </dsp:nvSpPr>
      <dsp:spPr>
        <a:xfrm>
          <a:off x="1357965" y="2941639"/>
          <a:ext cx="3325983" cy="117572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4431" tIns="124431" rIns="124431" bIns="124431" numCol="1" spcCol="1270" anchor="ctr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Does not fully capture long-term customer value (repeat purchases, referrals, cross-sell)</a:t>
          </a:r>
        </a:p>
      </dsp:txBody>
      <dsp:txXfrm>
        <a:off x="1357965" y="2941639"/>
        <a:ext cx="3325983" cy="1175727"/>
      </dsp:txXfrm>
    </dsp:sp>
    <dsp:sp modelId="{E93B1B27-5062-440D-8603-72F1DF894A71}">
      <dsp:nvSpPr>
        <dsp:cNvPr id="0" name=""/>
        <dsp:cNvSpPr/>
      </dsp:nvSpPr>
      <dsp:spPr>
        <a:xfrm>
          <a:off x="0" y="4411299"/>
          <a:ext cx="4683949" cy="1175727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D56E117-AA9A-4453-940E-A5C668F75D08}">
      <dsp:nvSpPr>
        <dsp:cNvPr id="0" name=""/>
        <dsp:cNvSpPr/>
      </dsp:nvSpPr>
      <dsp:spPr>
        <a:xfrm>
          <a:off x="355657" y="4675838"/>
          <a:ext cx="646650" cy="646650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6C22642-2218-4B6D-913E-4340A3382C54}">
      <dsp:nvSpPr>
        <dsp:cNvPr id="0" name=""/>
        <dsp:cNvSpPr/>
      </dsp:nvSpPr>
      <dsp:spPr>
        <a:xfrm>
          <a:off x="1357965" y="4411299"/>
          <a:ext cx="3325983" cy="117572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4431" tIns="124431" rIns="124431" bIns="124431" numCol="1" spcCol="1270" anchor="ctr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ROI reflects conservative, short-term estimate of marketing effectiveness</a:t>
          </a:r>
        </a:p>
      </dsp:txBody>
      <dsp:txXfrm>
        <a:off x="1357965" y="4411299"/>
        <a:ext cx="3325983" cy="1175727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A13F160-E22A-409D-A2F8-E04188A30237}">
      <dsp:nvSpPr>
        <dsp:cNvPr id="0" name=""/>
        <dsp:cNvSpPr/>
      </dsp:nvSpPr>
      <dsp:spPr>
        <a:xfrm>
          <a:off x="6259124" y="1159910"/>
          <a:ext cx="1873217" cy="1873313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61BA7DC-621E-4A3C-9820-F6E4A8774EE3}">
      <dsp:nvSpPr>
        <dsp:cNvPr id="0" name=""/>
        <dsp:cNvSpPr/>
      </dsp:nvSpPr>
      <dsp:spPr>
        <a:xfrm>
          <a:off x="6321779" y="1222364"/>
          <a:ext cx="1748711" cy="1748404"/>
        </a:xfrm>
        <a:prstGeom prst="ellipse">
          <a:avLst/>
        </a:prstGeom>
        <a:solidFill>
          <a:schemeClr val="accent2">
            <a:hueOff val="668788"/>
            <a:satOff val="-834"/>
            <a:lumOff val="196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 dirty="0"/>
            <a:t>modeled revenue &lt; reported revenue.</a:t>
          </a:r>
        </a:p>
      </dsp:txBody>
      <dsp:txXfrm>
        <a:off x="6571594" y="1472183"/>
        <a:ext cx="1249079" cy="1248766"/>
      </dsp:txXfrm>
    </dsp:sp>
    <dsp:sp modelId="{D96C6EFA-1707-41E5-89E0-3A75DB2A1D02}">
      <dsp:nvSpPr>
        <dsp:cNvPr id="0" name=""/>
        <dsp:cNvSpPr/>
      </dsp:nvSpPr>
      <dsp:spPr>
        <a:xfrm rot="2700000">
          <a:off x="4315203" y="1159778"/>
          <a:ext cx="1873248" cy="1873248"/>
        </a:xfrm>
        <a:prstGeom prst="teardrop">
          <a:avLst>
            <a:gd name="adj" fmla="val 100000"/>
          </a:avLst>
        </a:prstGeom>
        <a:solidFill>
          <a:schemeClr val="accent2">
            <a:hueOff val="1337577"/>
            <a:satOff val="-1668"/>
            <a:lumOff val="392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7442FB2-4CEF-48A3-8E85-8C66BC7CF9CD}">
      <dsp:nvSpPr>
        <dsp:cNvPr id="0" name=""/>
        <dsp:cNvSpPr/>
      </dsp:nvSpPr>
      <dsp:spPr>
        <a:xfrm>
          <a:off x="4385906" y="1222364"/>
          <a:ext cx="1748711" cy="1748404"/>
        </a:xfrm>
        <a:prstGeom prst="ellipse">
          <a:avLst/>
        </a:prstGeom>
        <a:solidFill>
          <a:schemeClr val="accent2">
            <a:hueOff val="2006365"/>
            <a:satOff val="-2502"/>
            <a:lumOff val="588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 dirty="0"/>
            <a:t>marginal ROI &lt; total ROI </a:t>
          </a:r>
        </a:p>
      </dsp:txBody>
      <dsp:txXfrm>
        <a:off x="4635722" y="1472183"/>
        <a:ext cx="1249079" cy="1248766"/>
      </dsp:txXfrm>
    </dsp:sp>
    <dsp:sp modelId="{A8361375-1DFB-4951-99C7-BA946FC9064C}">
      <dsp:nvSpPr>
        <dsp:cNvPr id="0" name=""/>
        <dsp:cNvSpPr/>
      </dsp:nvSpPr>
      <dsp:spPr>
        <a:xfrm rot="2700000">
          <a:off x="2387363" y="1159778"/>
          <a:ext cx="1873248" cy="1873248"/>
        </a:xfrm>
        <a:prstGeom prst="teardrop">
          <a:avLst>
            <a:gd name="adj" fmla="val 100000"/>
          </a:avLst>
        </a:prstGeom>
        <a:solidFill>
          <a:schemeClr val="accent2">
            <a:hueOff val="2675154"/>
            <a:satOff val="-3337"/>
            <a:lumOff val="785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429A86C-4F22-4DD2-B931-D485A5D58F4C}">
      <dsp:nvSpPr>
        <dsp:cNvPr id="0" name=""/>
        <dsp:cNvSpPr/>
      </dsp:nvSpPr>
      <dsp:spPr>
        <a:xfrm>
          <a:off x="2450034" y="1222364"/>
          <a:ext cx="1748711" cy="1748404"/>
        </a:xfrm>
        <a:prstGeom prst="ellipse">
          <a:avLst/>
        </a:prstGeom>
        <a:solidFill>
          <a:schemeClr val="accent2">
            <a:hueOff val="3343942"/>
            <a:satOff val="-4171"/>
            <a:lumOff val="981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concave response curve </a:t>
          </a:r>
        </a:p>
      </dsp:txBody>
      <dsp:txXfrm>
        <a:off x="2699850" y="1472183"/>
        <a:ext cx="1249079" cy="1248766"/>
      </dsp:txXfrm>
    </dsp:sp>
    <dsp:sp modelId="{48A2AE48-3636-443C-B85C-9EA581FB6EA3}">
      <dsp:nvSpPr>
        <dsp:cNvPr id="0" name=""/>
        <dsp:cNvSpPr/>
      </dsp:nvSpPr>
      <dsp:spPr>
        <a:xfrm rot="2700000">
          <a:off x="451491" y="1159778"/>
          <a:ext cx="1873248" cy="1873248"/>
        </a:xfrm>
        <a:prstGeom prst="teardrop">
          <a:avLst>
            <a:gd name="adj" fmla="val 100000"/>
          </a:avLst>
        </a:prstGeom>
        <a:solidFill>
          <a:schemeClr val="accent2">
            <a:hueOff val="4012731"/>
            <a:satOff val="-5005"/>
            <a:lumOff val="1177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EB4877B-72BD-4CD6-B716-37AB2DE5B3E4}">
      <dsp:nvSpPr>
        <dsp:cNvPr id="0" name=""/>
        <dsp:cNvSpPr/>
      </dsp:nvSpPr>
      <dsp:spPr>
        <a:xfrm>
          <a:off x="514161" y="1222364"/>
          <a:ext cx="1748711" cy="1748404"/>
        </a:xfrm>
        <a:prstGeom prst="ellipse">
          <a:avLst/>
        </a:prstGeom>
        <a:solidFill>
          <a:schemeClr val="accent2">
            <a:hueOff val="4681519"/>
            <a:satOff val="-5839"/>
            <a:lumOff val="1373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 dirty="0"/>
            <a:t>High spend </a:t>
          </a:r>
        </a:p>
      </dsp:txBody>
      <dsp:txXfrm>
        <a:off x="763977" y="1472183"/>
        <a:ext cx="1249079" cy="124876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layout/CircleProcess">
  <dgm:title val="Circle Process"/>
  <dgm:desc val="Use to show sequential steps in a process. Limited to eleven Level 1 shapes with an unlimited number of Level 2 shapes. Works best with small amounts of text. Unused text does not appear, but remains available if you switch layouts."/>
  <dgm:catLst>
    <dgm:cat type="process" pri="8500"/>
    <dgm:cat type="officeonline" pri="8500"/>
  </dgm:catLst>
  <dgm:samp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</dgm:ptLst>
      <dgm:cxnLst>
        <dgm:cxn modelId="40" srcId="0" destId="10" srcOrd="0" destOrd="0"/>
        <dgm:cxn modelId="50" srcId="0" destId="20" srcOrd="1" destOrd="0"/>
        <dgm:cxn modelId="60" srcId="0" destId="30" srcOrd="2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30" srcId="0" destId="10" srcOrd="0" destOrd="0"/>
        <dgm:cxn modelId="4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50" srcId="0" destId="10" srcOrd="0" destOrd="0"/>
        <dgm:cxn modelId="60" srcId="0" destId="20" srcOrd="1" destOrd="0"/>
        <dgm:cxn modelId="70" srcId="0" destId="30" srcOrd="2" destOrd="0"/>
        <dgm:cxn modelId="80" srcId="0" destId="40" srcOrd="3" destOrd="0"/>
      </dgm:cxnLst>
      <dgm:bg/>
      <dgm:whole/>
    </dgm:dataModel>
  </dgm:clrData>
  <dgm:layoutNode name="Name0">
    <dgm:varLst>
      <dgm:chMax val="11"/>
      <dgm:chPref val="11"/>
      <dgm:dir/>
      <dgm:resizeHandles/>
    </dgm:varLst>
    <dgm:shape xmlns:r="http://schemas.openxmlformats.org/officeDocument/2006/relationships" r:blip="">
      <dgm:adjLst/>
    </dgm:shape>
    <dgm:choose name="Name1">
      <dgm:if name="Name2" func="var" arg="dir" op="equ" val="norm">
        <dgm:choose name="Name3">
          <dgm:if name="Name4" axis="ch" ptType="node" func="cnt" op="equ" val="1">
            <dgm:alg type="composite">
              <dgm:param type="ar" val="0.638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l" for="ch" forName="Parent1" refType="w" fact="0.1667"/>
              <dgm:constr type="t" for="ch" forName="Parent1" refType="h" fact="0.1064"/>
              <dgm:constr type="w" for="ch" forName="Parent1" refType="w" fact="0.6667"/>
              <dgm:constr type="h" for="ch" forName="Parent1" refType="h" fact="0.4255"/>
              <dgm:constr type="l" for="ch" forName="Accent1" refType="w" fact="0"/>
              <dgm:constr type="t" for="ch" forName="Accent1" refType="h" fact="0"/>
              <dgm:constr type="w" for="ch" forName="Accent1" refType="w"/>
              <dgm:constr type="h" for="ch" forName="Accent1" refType="h" fact="0.6383"/>
              <dgm:constr type="l" for="ch" forName="ParentBackground1" refType="w" fact="0.0333"/>
              <dgm:constr type="t" for="ch" forName="ParentBackground1" refType="h" fact="0.0213"/>
              <dgm:constr type="w" for="ch" forName="ParentBackground1" refType="w" fact="0.9333"/>
              <dgm:constr type="h" for="ch" forName="ParentBackground1" refType="h" fact="0.5957"/>
              <dgm:constr type="l" for="ch" forName="Child1" refType="w" fact="0.0333"/>
              <dgm:constr type="t" for="ch" forName="Child1" refType="h" fact="0.6574"/>
              <dgm:constr type="w" for="ch" forName="Child1" refType="w" fact="0.9333"/>
              <dgm:constr type="h" for="ch" forName="Child1" refType="h" fact="0.3426"/>
            </dgm:constrLst>
          </dgm:if>
          <dgm:if name="Name5" axis="ch" ptType="node" func="cnt" op="equ" val="2">
            <dgm:alg type="composite">
              <dgm:param type="ar" val="1.265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Parent2" refType="primFontSz" refFor="des" refForName="Parent1" op="equ"/>
              <dgm:constr type="primFontSz" for="des" forName="Child2" refType="primFontSz" refFor="des" refForName="Child1" op="equ"/>
              <dgm:constr type="l" for="ch" forName="Parent2" refType="w" fact="0.6249"/>
              <dgm:constr type="t" for="ch" forName="Parent2" refType="h" fact="0.2022"/>
              <dgm:constr type="w" for="ch" forName="Parent2" refType="w" fact="0.3001"/>
              <dgm:constr type="h" for="ch" forName="Parent2" refType="h" fact="0.3799"/>
              <dgm:constr type="l" for="ch" forName="Parent1" refType="w" fact="0.1597"/>
              <dgm:constr type="t" for="ch" forName="Parent1" refType="h" fact="0.2022"/>
              <dgm:constr type="w" for="ch" forName="Parent1" refType="w" fact="0.3001"/>
              <dgm:constr type="h" for="ch" forName="Parent1" refType="h" fact="0.3799"/>
              <dgm:constr type="l" for="ch" forName="Accent2" refType="w" fact="0.5498"/>
              <dgm:constr type="t" for="ch" forName="Accent2" refType="h" fact="0.1072"/>
              <dgm:constr type="w" for="ch" forName="Accent2" refType="w" fact="0.4502"/>
              <dgm:constr type="h" for="ch" forName="Accent2" refType="h" fact="0.5699"/>
              <dgm:constr type="l" for="ch" forName="ParentBackground2" refType="w" fact="0.5648"/>
              <dgm:constr type="t" for="ch" forName="ParentBackground2" refType="h" fact="0.1262"/>
              <dgm:constr type="w" for="ch" forName="ParentBackground2" refType="w" fact="0.4201"/>
              <dgm:constr type="h" for="ch" forName="ParentBackground2" refType="h" fact="0.5319"/>
              <dgm:constr type="l" for="ch" forName="Child2" refType="w" fact="0.5648"/>
              <dgm:constr type="t" for="ch" forName="Child2" refType="h" fact="0.6876"/>
              <dgm:constr type="w" for="ch" forName="Child2" refType="w" fact="0.4201"/>
              <dgm:constr type="h" for="ch" forName="Child2" refType="h" fact="0.3124"/>
              <dgm:constr type="l" for="ch" forName="Accent1" refType="w" fact="-0.0086"/>
              <dgm:constr type="t" for="ch" forName="Accent1" refType="h" fact="-0.0109"/>
              <dgm:constr type="w" for="ch" forName="Accent1" refType="w" fact="0.6367"/>
              <dgm:constr type="h" for="ch" forName="Accent1" refType="h" fact="0.806"/>
              <dgm:constr type="l" for="ch" forName="ParentBackground1" refType="w" fact="0.0997"/>
              <dgm:constr type="t" for="ch" forName="ParentBackground1" refType="h" fact="0.1262"/>
              <dgm:constr type="w" for="ch" forName="ParentBackground1" refType="w" fact="0.4201"/>
              <dgm:constr type="h" for="ch" forName="ParentBackground1" refType="h" fact="0.5319"/>
              <dgm:constr type="l" for="ch" forName="Child1" refType="w" fact="0.0997"/>
              <dgm:constr type="t" for="ch" forName="Child1" refType="h" fact="0.6876"/>
              <dgm:constr type="w" for="ch" forName="Child1" refType="w" fact="0.4201"/>
              <dgm:constr type="h" for="ch" forName="Child1" refType="h" fact="0.3124"/>
            </dgm:constrLst>
          </dgm:if>
          <dgm:if name="Name6" axis="ch" ptType="node" func="cnt" op="equ" val="3">
            <dgm:alg type="composite">
              <dgm:param type="ar" val="1.854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l" for="ch" forName="Parent3" refType="w" fact="0.744"/>
              <dgm:constr type="t" for="ch" forName="Parent3" refType="h" fact="0.2022"/>
              <dgm:constr type="w" for="ch" forName="Parent3" refType="w" fact="0.2048"/>
              <dgm:constr type="h" for="ch" forName="Parent3" refType="h" fact="0.3799"/>
              <dgm:constr type="l" for="ch" forName="Parent2" refType="w" fact="0.4265"/>
              <dgm:constr type="t" for="ch" forName="Parent2" refType="h" fact="0.2022"/>
              <dgm:constr type="w" for="ch" forName="Parent2" refType="w" fact="0.2048"/>
              <dgm:constr type="h" for="ch" forName="Parent2" refType="h" fact="0.3799"/>
              <dgm:constr type="l" for="ch" forName="Parent1" refType="w" fact="0.109"/>
              <dgm:constr type="t" for="ch" forName="Parent1" refType="h" fact="0.2022"/>
              <dgm:constr type="w" for="ch" forName="Parent1" refType="w" fact="0.2048"/>
              <dgm:constr type="h" for="ch" forName="Parent1" refType="h" fact="0.3799"/>
              <dgm:constr type="l" for="ch" forName="Accent3" refType="w" fact="0.6928"/>
              <dgm:constr type="t" for="ch" forName="Accent3" refType="h" fact="0.1072"/>
              <dgm:constr type="w" for="ch" forName="Accent3" refType="w" fact="0.3072"/>
              <dgm:constr type="h" for="ch" forName="Accent3" refType="h" fact="0.5699"/>
              <dgm:constr type="l" for="ch" forName="ParentBackground3" refType="w" fact="0.703"/>
              <dgm:constr type="t" for="ch" forName="ParentBackground3" refType="h" fact="0.1262"/>
              <dgm:constr type="w" for="ch" forName="ParentBackground3" refType="w" fact="0.2868"/>
              <dgm:constr type="h" for="ch" forName="ParentBackground3" refType="h" fact="0.5319"/>
              <dgm:constr type="l" for="ch" forName="Child3" refType="w" fact="0.703"/>
              <dgm:constr type="t" for="ch" forName="Child3" refType="h" fact="0.6876"/>
              <dgm:constr type="w" for="ch" forName="Child3" refType="w" fact="0.2868"/>
              <dgm:constr type="h" for="ch" forName="Child3" refType="h" fact="0.3124"/>
              <dgm:constr type="l" for="ch" forName="Accent2" refType="w" fact="0.3122"/>
              <dgm:constr type="t" for="ch" forName="Accent2" refType="h" fact="-0.0109"/>
              <dgm:constr type="w" for="ch" forName="Accent2" refType="w" fact="0.4334"/>
              <dgm:constr type="h" for="ch" forName="Accent2" refType="h" fact="0.806"/>
              <dgm:constr type="l" for="ch" forName="ParentBackground2" refType="w" fact="0.3855"/>
              <dgm:constr type="t" for="ch" forName="ParentBackground2" refType="h" fact="0.1262"/>
              <dgm:constr type="w" for="ch" forName="ParentBackground2" refType="w" fact="0.2868"/>
              <dgm:constr type="h" for="ch" forName="ParentBackground2" refType="h" fact="0.5319"/>
              <dgm:constr type="l" for="ch" forName="Child2" refType="w" fact="0.3855"/>
              <dgm:constr type="t" for="ch" forName="Child2" refType="h" fact="0.6876"/>
              <dgm:constr type="w" for="ch" forName="Child2" refType="w" fact="0.2868"/>
              <dgm:constr type="h" for="ch" forName="Child2" refType="h" fact="0.3124"/>
              <dgm:constr type="l" for="ch" forName="Accent1" refType="w" fact="-0.0053"/>
              <dgm:constr type="t" for="ch" forName="Accent1" refType="h" fact="-0.0109"/>
              <dgm:constr type="w" for="ch" forName="Accent1" refType="w" fact="0.4334"/>
              <dgm:constr type="h" for="ch" forName="Accent1" refType="h" fact="0.806"/>
              <dgm:constr type="l" for="ch" forName="ParentBackground1" refType="w" fact="0.068"/>
              <dgm:constr type="t" for="ch" forName="ParentBackground1" refType="h" fact="0.1262"/>
              <dgm:constr type="w" for="ch" forName="ParentBackground1" refType="w" fact="0.2868"/>
              <dgm:constr type="h" for="ch" forName="ParentBackground1" refType="h" fact="0.5319"/>
              <dgm:constr type="l" for="ch" forName="Child1" refType="w" fact="0.068"/>
              <dgm:constr type="t" for="ch" forName="Child1" refType="h" fact="0.6876"/>
              <dgm:constr type="w" for="ch" forName="Child1" refType="w" fact="0.2868"/>
              <dgm:constr type="h" for="ch" forName="Child1" refType="h" fact="0.3124"/>
            </dgm:constrLst>
          </dgm:if>
          <dgm:if name="Name7" axis="ch" ptType="node" func="cnt" op="equ" val="4">
            <dgm:alg type="composite">
              <dgm:param type="ar" val="2.4437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l" for="ch" forName="Parent4" refType="w" fact="0.8057"/>
              <dgm:constr type="t" for="ch" forName="Parent4" refType="h" fact="0.2022"/>
              <dgm:constr type="w" for="ch" forName="Parent4" refType="w" fact="0.1555"/>
              <dgm:constr type="h" for="ch" forName="Parent4" refType="h" fact="0.3799"/>
              <dgm:constr type="l" for="ch" forName="Parent3" refType="w" fact="0.5647"/>
              <dgm:constr type="t" for="ch" forName="Parent3" refType="h" fact="0.2022"/>
              <dgm:constr type="w" for="ch" forName="Parent3" refType="w" fact="0.1555"/>
              <dgm:constr type="h" for="ch" forName="Parent3" refType="h" fact="0.3799"/>
              <dgm:constr type="l" for="ch" forName="Parent2" refType="w" fact="0.3237"/>
              <dgm:constr type="t" for="ch" forName="Parent2" refType="h" fact="0.2022"/>
              <dgm:constr type="w" for="ch" forName="Parent2" refType="w" fact="0.1555"/>
              <dgm:constr type="h" for="ch" forName="Parent2" refType="h" fact="0.3799"/>
              <dgm:constr type="l" for="ch" forName="Parent1" refType="w" fact="0.0827"/>
              <dgm:constr type="t" for="ch" forName="Parent1" refType="h" fact="0.2022"/>
              <dgm:constr type="w" for="ch" forName="Parent1" refType="w" fact="0.1555"/>
              <dgm:constr type="h" for="ch" forName="Parent1" refType="h" fact="0.3799"/>
              <dgm:constr type="l" for="ch" forName="Accent4" refType="w" fact="0.7668"/>
              <dgm:constr type="t" for="ch" forName="Accent4" refType="h" fact="0.1072"/>
              <dgm:constr type="w" for="ch" forName="Accent4" refType="w" fact="0.2332"/>
              <dgm:constr type="h" for="ch" forName="Accent4" refType="h" fact="0.5699"/>
              <dgm:constr type="l" for="ch" forName="ParentBackground4" refType="w" fact="0.7746"/>
              <dgm:constr type="t" for="ch" forName="ParentBackground4" refType="h" fact="0.1262"/>
              <dgm:constr type="w" for="ch" forName="ParentBackground4" refType="w" fact="0.2177"/>
              <dgm:constr type="h" for="ch" forName="ParentBackground4" refType="h" fact="0.5319"/>
              <dgm:constr type="l" for="ch" forName="Child4" refType="w" fact="0.7746"/>
              <dgm:constr type="t" for="ch" forName="Child4" refType="h" fact="0.6876"/>
              <dgm:constr type="w" for="ch" forName="Child4" refType="w" fact="0.2177"/>
              <dgm:constr type="h" for="ch" forName="Child4" refType="h" fact="0.3124"/>
              <dgm:constr type="l" for="ch" forName="Accent3" refType="w" fact="0.4765"/>
              <dgm:constr type="t" for="ch" forName="Accent3" refType="h" fact="-0.0109"/>
              <dgm:constr type="w" for="ch" forName="Accent3" refType="w" fact="0.3298"/>
              <dgm:constr type="h" for="ch" forName="Accent3" refType="h" fact="0.806"/>
              <dgm:constr type="l" for="ch" forName="ParentBackground3" refType="w" fact="0.5336"/>
              <dgm:constr type="t" for="ch" forName="ParentBackground3" refType="h" fact="0.1262"/>
              <dgm:constr type="w" for="ch" forName="ParentBackground3" refType="w" fact="0.2177"/>
              <dgm:constr type="h" for="ch" forName="ParentBackground3" refType="h" fact="0.5319"/>
              <dgm:constr type="l" for="ch" forName="Child3" refType="w" fact="0.5336"/>
              <dgm:constr type="t" for="ch" forName="Child3" refType="h" fact="0.6876"/>
              <dgm:constr type="w" for="ch" forName="Child3" refType="w" fact="0.2177"/>
              <dgm:constr type="h" for="ch" forName="Child3" refType="h" fact="0.3124"/>
              <dgm:constr type="l" for="ch" forName="Accent2" refType="w" fact="0.2365"/>
              <dgm:constr type="t" for="ch" forName="Accent2" refType="h" fact="-0.0109"/>
              <dgm:constr type="w" for="ch" forName="Accent2" refType="w" fact="0.3298"/>
              <dgm:constr type="h" for="ch" forName="Accent2" refType="h" fact="0.806"/>
              <dgm:constr type="l" for="ch" forName="ParentBackground2" refType="w" fact="0.2926"/>
              <dgm:constr type="t" for="ch" forName="ParentBackground2" refType="h" fact="0.1262"/>
              <dgm:constr type="w" for="ch" forName="ParentBackground2" refType="w" fact="0.2177"/>
              <dgm:constr type="h" for="ch" forName="ParentBackground2" refType="h" fact="0.5319"/>
              <dgm:constr type="l" for="ch" forName="Child2" refType="w" fact="0.2926"/>
              <dgm:constr type="t" for="ch" forName="Child2" refType="h" fact="0.6876"/>
              <dgm:constr type="w" for="ch" forName="Child2" refType="w" fact="0.2177"/>
              <dgm:constr type="h" for="ch" forName="Child2" refType="h" fact="0.3124"/>
              <dgm:constr type="l" for="ch" forName="Accent1" refType="w" fact="-0.0045"/>
              <dgm:constr type="t" for="ch" forName="Accent1" refType="h" fact="-0.0109"/>
              <dgm:constr type="w" for="ch" forName="Accent1" refType="w" fact="0.3298"/>
              <dgm:constr type="h" for="ch" forName="Accent1" refType="h" fact="0.806"/>
              <dgm:constr type="l" for="ch" forName="ParentBackground1" refType="w" fact="0.0516"/>
              <dgm:constr type="t" for="ch" forName="ParentBackground1" refType="h" fact="0.1262"/>
              <dgm:constr type="w" for="ch" forName="ParentBackground1" refType="w" fact="0.2177"/>
              <dgm:constr type="h" for="ch" forName="ParentBackground1" refType="h" fact="0.5319"/>
              <dgm:constr type="l" for="ch" forName="Child1" refType="w" fact="0.0516"/>
              <dgm:constr type="t" for="ch" forName="Child1" refType="h" fact="0.6876"/>
              <dgm:constr type="w" for="ch" forName="Child1" refType="w" fact="0.2177"/>
              <dgm:constr type="h" for="ch" forName="Child1" refType="h" fact="0.3124"/>
            </dgm:constrLst>
          </dgm:if>
          <dgm:if name="Name8" axis="ch" ptType="node" func="cnt" op="equ" val="5">
            <dgm:alg type="composite">
              <dgm:param type="ar" val="3.0325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l" for="ch" forName="Parent5" refType="w" fact="0.8434"/>
              <dgm:constr type="t" for="ch" forName="Parent5" refType="h" fact="0.2022"/>
              <dgm:constr type="w" for="ch" forName="Parent5" refType="w" fact="0.1253"/>
              <dgm:constr type="h" for="ch" forName="Parent5" refType="h" fact="0.3799"/>
              <dgm:constr type="l" for="ch" forName="Parent4" refType="w" fact="0.6492"/>
              <dgm:constr type="t" for="ch" forName="Parent4" refType="h" fact="0.2022"/>
              <dgm:constr type="w" for="ch" forName="Parent4" refType="w" fact="0.1253"/>
              <dgm:constr type="h" for="ch" forName="Parent4" refType="h" fact="0.3799"/>
              <dgm:constr type="l" for="ch" forName="Parent3" refType="w" fact="0.455"/>
              <dgm:constr type="t" for="ch" forName="Parent3" refType="h" fact="0.2022"/>
              <dgm:constr type="w" for="ch" forName="Parent3" refType="w" fact="0.1253"/>
              <dgm:constr type="h" for="ch" forName="Parent3" refType="h" fact="0.3799"/>
              <dgm:constr type="l" for="ch" forName="Parent2" refType="w" fact="0.2609"/>
              <dgm:constr type="t" for="ch" forName="Parent2" refType="h" fact="0.2022"/>
              <dgm:constr type="w" for="ch" forName="Parent2" refType="w" fact="0.1253"/>
              <dgm:constr type="h" for="ch" forName="Parent2" refType="h" fact="0.3799"/>
              <dgm:constr type="l" for="ch" forName="Parent1" refType="w" fact="0.0667"/>
              <dgm:constr type="t" for="ch" forName="Parent1" refType="h" fact="0.2022"/>
              <dgm:constr type="w" for="ch" forName="Parent1" refType="w" fact="0.1253"/>
              <dgm:constr type="h" for="ch" forName="Parent1" refType="h" fact="0.3799"/>
              <dgm:constr type="l" for="ch" forName="Accent5" refType="w" fact="0.8121"/>
              <dgm:constr type="t" for="ch" forName="Accent5" refType="h" fact="0.1072"/>
              <dgm:constr type="w" for="ch" forName="Accent5" refType="w" fact="0.1879"/>
              <dgm:constr type="h" for="ch" forName="Accent5" refType="h" fact="0.5699"/>
              <dgm:constr type="l" for="ch" forName="ParentBackground5" refType="w" fact="0.8183"/>
              <dgm:constr type="t" for="ch" forName="ParentBackground5" refType="h" fact="0.1262"/>
              <dgm:constr type="w" for="ch" forName="ParentBackground5" refType="w" fact="0.1754"/>
              <dgm:constr type="h" for="ch" forName="ParentBackground5" refType="h" fact="0.5319"/>
              <dgm:constr type="l" for="ch" forName="Child5" refType="w" fact="0.8183"/>
              <dgm:constr type="t" for="ch" forName="Child5" refType="h" fact="0.6876"/>
              <dgm:constr type="w" for="ch" forName="Child5" refType="w" fact="0.1754"/>
              <dgm:constr type="h" for="ch" forName="Child5" refType="h" fact="0.3124"/>
              <dgm:constr type="l" for="ch" forName="Accent4" refType="w" fact="0.5789"/>
              <dgm:constr type="t" for="ch" forName="Accent4" refType="h" fact="-0.0109"/>
              <dgm:constr type="w" for="ch" forName="Accent4" refType="w" fact="0.2657"/>
              <dgm:constr type="h" for="ch" forName="Accent4" refType="h" fact="0.806"/>
              <dgm:constr type="l" for="ch" forName="ParentBackground4" refType="w" fact="0.6242"/>
              <dgm:constr type="t" for="ch" forName="ParentBackground4" refType="h" fact="0.1262"/>
              <dgm:constr type="w" for="ch" forName="ParentBackground4" refType="w" fact="0.1754"/>
              <dgm:constr type="h" for="ch" forName="ParentBackground4" refType="h" fact="0.5319"/>
              <dgm:constr type="l" for="ch" forName="Child4" refType="w" fact="0.6242"/>
              <dgm:constr type="t" for="ch" forName="Child4" refType="h" fact="0.6876"/>
              <dgm:constr type="w" for="ch" forName="Child4" refType="w" fact="0.1754"/>
              <dgm:constr type="h" for="ch" forName="Child4" refType="h" fact="0.3124"/>
              <dgm:constr type="l" for="ch" forName="Accent3" refType="w" fact="0.3848"/>
              <dgm:constr type="t" for="ch" forName="Accent3" refType="h" fact="-0.0109"/>
              <dgm:constr type="w" for="ch" forName="Accent3" refType="w" fact="0.2657"/>
              <dgm:constr type="h" for="ch" forName="Accent3" refType="h" fact="0.806"/>
              <dgm:constr type="l" for="ch" forName="ParentBackground3" refType="w" fact="0.43"/>
              <dgm:constr type="t" for="ch" forName="ParentBackground3" refType="h" fact="0.1262"/>
              <dgm:constr type="w" for="ch" forName="ParentBackground3" refType="w" fact="0.1754"/>
              <dgm:constr type="h" for="ch" forName="ParentBackground3" refType="h" fact="0.5319"/>
              <dgm:constr type="l" for="ch" forName="Child3" refType="w" fact="0.43"/>
              <dgm:constr type="t" for="ch" forName="Child3" refType="h" fact="0.6876"/>
              <dgm:constr type="w" for="ch" forName="Child3" refType="w" fact="0.1754"/>
              <dgm:constr type="h" for="ch" forName="Child3" refType="h" fact="0.3124"/>
              <dgm:constr type="l" for="ch" forName="Accent2" refType="w" fact="0.1906"/>
              <dgm:constr type="t" for="ch" forName="Accent2" refType="h" fact="-0.0109"/>
              <dgm:constr type="w" for="ch" forName="Accent2" refType="w" fact="0.2657"/>
              <dgm:constr type="h" for="ch" forName="Accent2" refType="h" fact="0.806"/>
              <dgm:constr type="l" for="ch" forName="ParentBackground2" refType="w" fact="0.2358"/>
              <dgm:constr type="t" for="ch" forName="ParentBackground2" refType="h" fact="0.1262"/>
              <dgm:constr type="w" for="ch" forName="ParentBackground2" refType="w" fact="0.1754"/>
              <dgm:constr type="h" for="ch" forName="ParentBackground2" refType="h" fact="0.5319"/>
              <dgm:constr type="l" for="ch" forName="Child2" refType="w" fact="0.2358"/>
              <dgm:constr type="t" for="ch" forName="Child2" refType="h" fact="0.6876"/>
              <dgm:constr type="w" for="ch" forName="Child2" refType="w" fact="0.1754"/>
              <dgm:constr type="h" for="ch" forName="Child2" refType="h" fact="0.3124"/>
              <dgm:constr type="l" for="ch" forName="Accent1" refType="w" fact="-0.0036"/>
              <dgm:constr type="t" for="ch" forName="Accent1" refType="h" fact="-0.0109"/>
              <dgm:constr type="w" for="ch" forName="Accent1" refType="w" fact="0.2657"/>
              <dgm:constr type="h" for="ch" forName="Accent1" refType="h" fact="0.806"/>
              <dgm:constr type="l" for="ch" forName="ParentBackground1" refType="w" fact="0.0416"/>
              <dgm:constr type="t" for="ch" forName="ParentBackground1" refType="h" fact="0.1262"/>
              <dgm:constr type="w" for="ch" forName="ParentBackground1" refType="w" fact="0.1754"/>
              <dgm:constr type="h" for="ch" forName="ParentBackground1" refType="h" fact="0.5319"/>
              <dgm:constr type="l" for="ch" forName="Child1" refType="w" fact="0.0416"/>
              <dgm:constr type="t" for="ch" forName="Child1" refType="h" fact="0.6876"/>
              <dgm:constr type="w" for="ch" forName="Child1" refType="w" fact="0.1754"/>
              <dgm:constr type="h" for="ch" forName="Child1" refType="h" fact="0.3124"/>
            </dgm:constrLst>
          </dgm:if>
          <dgm:if name="Name9" axis="ch" ptType="node" func="cnt" op="equ" val="6">
            <dgm:alg type="composite">
              <dgm:param type="ar" val="3.6214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l" for="ch" forName="Parent6" refType="w" fact="0.8689"/>
              <dgm:constr type="t" for="ch" forName="Parent6" refType="h" fact="0.2022"/>
              <dgm:constr type="w" for="ch" forName="Parent6" refType="w" fact="0.1049"/>
              <dgm:constr type="h" for="ch" forName="Parent6" refType="h" fact="0.3799"/>
              <dgm:constr type="l" for="ch" forName="Parent5" refType="w" fact="0.7063"/>
              <dgm:constr type="t" for="ch" forName="Parent5" refType="h" fact="0.2022"/>
              <dgm:constr type="w" for="ch" forName="Parent5" refType="w" fact="0.1049"/>
              <dgm:constr type="h" for="ch" forName="Parent5" refType="h" fact="0.3799"/>
              <dgm:constr type="l" for="ch" forName="Parent4" refType="w" fact="0.5437"/>
              <dgm:constr type="t" for="ch" forName="Parent4" refType="h" fact="0.2022"/>
              <dgm:constr type="w" for="ch" forName="Parent4" refType="w" fact="0.1049"/>
              <dgm:constr type="h" for="ch" forName="Parent4" refType="h" fact="0.3799"/>
              <dgm:constr type="l" for="ch" forName="Parent3" refType="w" fact="0.381"/>
              <dgm:constr type="t" for="ch" forName="Parent3" refType="h" fact="0.2022"/>
              <dgm:constr type="w" for="ch" forName="Parent3" refType="w" fact="0.1049"/>
              <dgm:constr type="h" for="ch" forName="Parent3" refType="h" fact="0.3799"/>
              <dgm:constr type="l" for="ch" forName="Parent2" refType="w" fact="0.2184"/>
              <dgm:constr type="t" for="ch" forName="Parent2" refType="h" fact="0.2022"/>
              <dgm:constr type="w" for="ch" forName="Parent2" refType="w" fact="0.1049"/>
              <dgm:constr type="h" for="ch" forName="Parent2" refType="h" fact="0.3799"/>
              <dgm:constr type="l" for="ch" forName="Parent1" refType="w" fact="0.0558"/>
              <dgm:constr type="t" for="ch" forName="Parent1" refType="h" fact="0.2022"/>
              <dgm:constr type="w" for="ch" forName="Parent1" refType="w" fact="0.1049"/>
              <dgm:constr type="h" for="ch" forName="Parent1" refType="h" fact="0.3799"/>
              <dgm:constr type="l" for="ch" forName="Accent6" refType="w" fact="0.8426"/>
              <dgm:constr type="t" for="ch" forName="Accent6" refType="h" fact="0.1072"/>
              <dgm:constr type="w" for="ch" forName="Accent6" refType="w" fact="0.1574"/>
              <dgm:constr type="h" for="ch" forName="Accent6" refType="h" fact="0.5699"/>
              <dgm:constr type="l" for="ch" forName="ParentBackground6" refType="w" fact="0.8479"/>
              <dgm:constr type="t" for="ch" forName="ParentBackground6" refType="h" fact="0.1262"/>
              <dgm:constr type="w" for="ch" forName="ParentBackground6" refType="w" fact="0.1469"/>
              <dgm:constr type="h" for="ch" forName="ParentBackground6" refType="h" fact="0.5319"/>
              <dgm:constr type="l" for="ch" forName="Child6" refType="w" fact="0.8479"/>
              <dgm:constr type="t" for="ch" forName="Child6" refType="h" fact="0.6876"/>
              <dgm:constr type="w" for="ch" forName="Child6" refType="w" fact="0.1469"/>
              <dgm:constr type="h" for="ch" forName="Child6" refType="h" fact="0.3124"/>
              <dgm:constr type="l" for="ch" forName="Accent5" refType="w" fact="0.6474"/>
              <dgm:constr type="t" for="ch" forName="Accent5" refType="h" fact="-0.0109"/>
              <dgm:constr type="w" for="ch" forName="Accent5" refType="w" fact="0.2226"/>
              <dgm:constr type="h" for="ch" forName="Accent5" refType="h" fact="0.806"/>
              <dgm:constr type="l" for="ch" forName="ParentBackground5" refType="w" fact="0.6853"/>
              <dgm:constr type="t" for="ch" forName="ParentBackground5" refType="h" fact="0.1262"/>
              <dgm:constr type="w" for="ch" forName="ParentBackground5" refType="w" fact="0.1469"/>
              <dgm:constr type="h" for="ch" forName="ParentBackground5" refType="h" fact="0.5319"/>
              <dgm:constr type="l" for="ch" forName="Child5" refType="w" fact="0.6853"/>
              <dgm:constr type="t" for="ch" forName="Child5" refType="h" fact="0.6876"/>
              <dgm:constr type="w" for="ch" forName="Child5" refType="w" fact="0.1469"/>
              <dgm:constr type="h" for="ch" forName="Child5" refType="h" fact="0.3124"/>
              <dgm:constr type="l" for="ch" forName="Accent4" refType="w" fact="0.4848"/>
              <dgm:constr type="t" for="ch" forName="Accent4" refType="h" fact="-0.0109"/>
              <dgm:constr type="w" for="ch" forName="Accent4" refType="w" fact="0.2226"/>
              <dgm:constr type="h" for="ch" forName="Accent4" refType="h" fact="0.806"/>
              <dgm:constr type="l" for="ch" forName="ParentBackground4" refType="w" fact="0.5227"/>
              <dgm:constr type="t" for="ch" forName="ParentBackground4" refType="h" fact="0.1262"/>
              <dgm:constr type="w" for="ch" forName="ParentBackground4" refType="w" fact="0.1469"/>
              <dgm:constr type="h" for="ch" forName="ParentBackground4" refType="h" fact="0.5319"/>
              <dgm:constr type="l" for="ch" forName="Child4" refType="w" fact="0.5227"/>
              <dgm:constr type="t" for="ch" forName="Child4" refType="h" fact="0.6876"/>
              <dgm:constr type="w" for="ch" forName="Child4" refType="w" fact="0.1469"/>
              <dgm:constr type="h" for="ch" forName="Child4" refType="h" fact="0.3124"/>
              <dgm:constr type="l" for="ch" forName="Accent3" refType="w" fact="0.3222"/>
              <dgm:constr type="t" for="ch" forName="Accent3" refType="h" fact="-0.0109"/>
              <dgm:constr type="w" for="ch" forName="Accent3" refType="w" fact="0.2226"/>
              <dgm:constr type="h" for="ch" forName="Accent3" refType="h" fact="0.806"/>
              <dgm:constr type="l" for="ch" forName="ParentBackground3" refType="w" fact="0.3601"/>
              <dgm:constr type="t" for="ch" forName="ParentBackground3" refType="h" fact="0.1262"/>
              <dgm:constr type="w" for="ch" forName="ParentBackground3" refType="w" fact="0.1469"/>
              <dgm:constr type="h" for="ch" forName="ParentBackground3" refType="h" fact="0.5319"/>
              <dgm:constr type="l" for="ch" forName="Child3" refType="w" fact="0.3601"/>
              <dgm:constr type="t" for="ch" forName="Child3" refType="h" fact="0.6876"/>
              <dgm:constr type="w" for="ch" forName="Child3" refType="w" fact="0.1469"/>
              <dgm:constr type="h" for="ch" forName="Child3" refType="h" fact="0.3124"/>
              <dgm:constr type="l" for="ch" forName="Accent2" refType="w" fact="0.1596"/>
              <dgm:constr type="t" for="ch" forName="Accent2" refType="h" fact="-0.0109"/>
              <dgm:constr type="w" for="ch" forName="Accent2" refType="w" fact="0.2226"/>
              <dgm:constr type="h" for="ch" forName="Accent2" refType="h" fact="0.806"/>
              <dgm:constr type="l" for="ch" forName="ParentBackground2" refType="w" fact="0.1975"/>
              <dgm:constr type="t" for="ch" forName="ParentBackground2" refType="h" fact="0.1262"/>
              <dgm:constr type="w" for="ch" forName="ParentBackground2" refType="w" fact="0.1469"/>
              <dgm:constr type="h" for="ch" forName="ParentBackground2" refType="h" fact="0.5319"/>
              <dgm:constr type="l" for="ch" forName="Child2" refType="w" fact="0.1975"/>
              <dgm:constr type="t" for="ch" forName="Child2" refType="h" fact="0.6876"/>
              <dgm:constr type="w" for="ch" forName="Child2" refType="w" fact="0.1469"/>
              <dgm:constr type="h" for="ch" forName="Child2" refType="h" fact="0.3124"/>
              <dgm:constr type="l" for="ch" forName="Accent1" refType="w" fact="-0.003"/>
              <dgm:constr type="t" for="ch" forName="Accent1" refType="h" fact="-0.0109"/>
              <dgm:constr type="w" for="ch" forName="Accent1" refType="w" fact="0.2226"/>
              <dgm:constr type="h" for="ch" forName="Accent1" refType="h" fact="0.806"/>
              <dgm:constr type="l" for="ch" forName="ParentBackground1" refType="w" fact="0.0348"/>
              <dgm:constr type="t" for="ch" forName="ParentBackground1" refType="h" fact="0.1262"/>
              <dgm:constr type="w" for="ch" forName="ParentBackground1" refType="w" fact="0.1469"/>
              <dgm:constr type="h" for="ch" forName="ParentBackground1" refType="h" fact="0.5319"/>
              <dgm:constr type="l" for="ch" forName="Child1" refType="w" fact="0.0348"/>
              <dgm:constr type="t" for="ch" forName="Child1" refType="h" fact="0.6876"/>
              <dgm:constr type="w" for="ch" forName="Child1" refType="w" fact="0.1469"/>
              <dgm:constr type="h" for="ch" forName="Child1" refType="h" fact="0.3124"/>
            </dgm:constrLst>
          </dgm:if>
          <dgm:if name="Name10" axis="ch" ptType="node" func="cnt" op="equ" val="7">
            <dgm:alg type="composite">
              <dgm:param type="ar" val="4.210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l" for="ch" forName="Parent7" refType="w" fact="0.8872"/>
              <dgm:constr type="t" for="ch" forName="Parent7" refType="h" fact="0.2022"/>
              <dgm:constr type="w" for="ch" forName="Parent7" refType="w" fact="0.0902"/>
              <dgm:constr type="h" for="ch" forName="Parent7" refType="h" fact="0.3799"/>
              <dgm:constr type="l" for="ch" forName="Parent6" refType="w" fact="0.7473"/>
              <dgm:constr type="t" for="ch" forName="Parent6" refType="h" fact="0.2022"/>
              <dgm:constr type="w" for="ch" forName="Parent6" refType="w" fact="0.0902"/>
              <dgm:constr type="h" for="ch" forName="Parent6" refType="h" fact="0.3799"/>
              <dgm:constr type="l" for="ch" forName="Parent5" refType="w" fact="0.6075"/>
              <dgm:constr type="t" for="ch" forName="Parent5" refType="h" fact="0.2022"/>
              <dgm:constr type="w" for="ch" forName="Parent5" refType="w" fact="0.0902"/>
              <dgm:constr type="h" for="ch" forName="Parent5" refType="h" fact="0.3799"/>
              <dgm:constr type="l" for="ch" forName="Parent4" refType="w" fact="0.4676"/>
              <dgm:constr type="t" for="ch" forName="Parent4" refType="h" fact="0.2022"/>
              <dgm:constr type="w" for="ch" forName="Parent4" refType="w" fact="0.0902"/>
              <dgm:constr type="h" for="ch" forName="Parent4" refType="h" fact="0.3799"/>
              <dgm:constr type="l" for="ch" forName="Parent3" refType="w" fact="0.3277"/>
              <dgm:constr type="t" for="ch" forName="Parent3" refType="h" fact="0.2022"/>
              <dgm:constr type="w" for="ch" forName="Parent3" refType="w" fact="0.0902"/>
              <dgm:constr type="h" for="ch" forName="Parent3" refType="h" fact="0.3799"/>
              <dgm:constr type="l" for="ch" forName="Parent2" refType="w" fact="0.1879"/>
              <dgm:constr type="t" for="ch" forName="Parent2" refType="h" fact="0.2022"/>
              <dgm:constr type="w" for="ch" forName="Parent2" refType="w" fact="0.0902"/>
              <dgm:constr type="h" for="ch" forName="Parent2" refType="h" fact="0.3799"/>
              <dgm:constr type="l" for="ch" forName="Parent1" refType="w" fact="0.048"/>
              <dgm:constr type="t" for="ch" forName="Parent1" refType="h" fact="0.2022"/>
              <dgm:constr type="w" for="ch" forName="Parent1" refType="w" fact="0.0902"/>
              <dgm:constr type="h" for="ch" forName="Parent1" refType="h" fact="0.3799"/>
              <dgm:constr type="l" for="ch" forName="Accent7" refType="w" fact="0.8646"/>
              <dgm:constr type="t" for="ch" forName="Accent7" refType="h" fact="0.1072"/>
              <dgm:constr type="w" for="ch" forName="Accent7" refType="w" fact="0.1354"/>
              <dgm:constr type="h" for="ch" forName="Accent7" refType="h" fact="0.5699"/>
              <dgm:constr type="l" for="ch" forName="ParentBackground7" refType="w" fact="0.8692"/>
              <dgm:constr type="t" for="ch" forName="ParentBackground7" refType="h" fact="0.1262"/>
              <dgm:constr type="w" for="ch" forName="ParentBackground7" refType="w" fact="0.1263"/>
              <dgm:constr type="h" for="ch" forName="ParentBackground7" refType="h" fact="0.5319"/>
              <dgm:constr type="l" for="ch" forName="Child7" refType="w" fact="0.8692"/>
              <dgm:constr type="t" for="ch" forName="Child7" refType="h" fact="0.6876"/>
              <dgm:constr type="w" for="ch" forName="Child7" refType="w" fact="0.1263"/>
              <dgm:constr type="h" for="ch" forName="Child7" refType="h" fact="0.3124"/>
              <dgm:constr type="l" for="ch" forName="Accent6" refType="w" fact="0.6967"/>
              <dgm:constr type="t" for="ch" forName="Accent6" refType="h" fact="-0.0109"/>
              <dgm:constr type="w" for="ch" forName="Accent6" refType="w" fact="0.1915"/>
              <dgm:constr type="h" for="ch" forName="Accent6" refType="h" fact="0.806"/>
              <dgm:constr type="l" for="ch" forName="ParentBackground6" refType="w" fact="0.7293"/>
              <dgm:constr type="t" for="ch" forName="ParentBackground6" refType="h" fact="0.1262"/>
              <dgm:constr type="w" for="ch" forName="ParentBackground6" refType="w" fact="0.1263"/>
              <dgm:constr type="h" for="ch" forName="ParentBackground6" refType="h" fact="0.5319"/>
              <dgm:constr type="l" for="ch" forName="Child6" refType="w" fact="0.7293"/>
              <dgm:constr type="t" for="ch" forName="Child6" refType="h" fact="0.6876"/>
              <dgm:constr type="w" for="ch" forName="Child6" refType="w" fact="0.1263"/>
              <dgm:constr type="h" for="ch" forName="Child6" refType="h" fact="0.3124"/>
              <dgm:constr type="l" for="ch" forName="Accent5" refType="w" fact="0.5569"/>
              <dgm:constr type="t" for="ch" forName="Accent5" refType="h" fact="-0.0109"/>
              <dgm:constr type="w" for="ch" forName="Accent5" refType="w" fact="0.1915"/>
              <dgm:constr type="h" for="ch" forName="Accent5" refType="h" fact="0.806"/>
              <dgm:constr type="l" for="ch" forName="ParentBackground5" refType="w" fact="0.5894"/>
              <dgm:constr type="t" for="ch" forName="ParentBackground5" refType="h" fact="0.1262"/>
              <dgm:constr type="w" for="ch" forName="ParentBackground5" refType="w" fact="0.1263"/>
              <dgm:constr type="h" for="ch" forName="ParentBackground5" refType="h" fact="0.5319"/>
              <dgm:constr type="l" for="ch" forName="Child5" refType="w" fact="0.5894"/>
              <dgm:constr type="t" for="ch" forName="Child5" refType="h" fact="0.6876"/>
              <dgm:constr type="w" for="ch" forName="Child5" refType="w" fact="0.1263"/>
              <dgm:constr type="h" for="ch" forName="Child5" refType="h" fact="0.3124"/>
              <dgm:constr type="l" for="ch" forName="Accent4" refType="w" fact="0.417"/>
              <dgm:constr type="t" for="ch" forName="Accent4" refType="h" fact="-0.0109"/>
              <dgm:constr type="w" for="ch" forName="Accent4" refType="w" fact="0.1915"/>
              <dgm:constr type="h" for="ch" forName="Accent4" refType="h" fact="0.806"/>
              <dgm:constr type="l" for="ch" forName="ParentBackground4" refType="w" fact="0.4496"/>
              <dgm:constr type="t" for="ch" forName="ParentBackground4" refType="h" fact="0.1262"/>
              <dgm:constr type="w" for="ch" forName="ParentBackground4" refType="w" fact="0.1263"/>
              <dgm:constr type="h" for="ch" forName="ParentBackground4" refType="h" fact="0.5319"/>
              <dgm:constr type="l" for="ch" forName="Child4" refType="w" fact="0.4496"/>
              <dgm:constr type="t" for="ch" forName="Child4" refType="h" fact="0.6876"/>
              <dgm:constr type="w" for="ch" forName="Child4" refType="w" fact="0.1263"/>
              <dgm:constr type="h" for="ch" forName="Child4" refType="h" fact="0.3124"/>
              <dgm:constr type="l" for="ch" forName="Accent3" refType="w" fact="0.2771"/>
              <dgm:constr type="t" for="ch" forName="Accent3" refType="h" fact="-0.0109"/>
              <dgm:constr type="w" for="ch" forName="Accent3" refType="w" fact="0.1915"/>
              <dgm:constr type="h" for="ch" forName="Accent3" refType="h" fact="0.806"/>
              <dgm:constr type="l" for="ch" forName="ParentBackground3" refType="w" fact="0.3097"/>
              <dgm:constr type="t" for="ch" forName="ParentBackground3" refType="h" fact="0.1262"/>
              <dgm:constr type="w" for="ch" forName="ParentBackground3" refType="w" fact="0.1263"/>
              <dgm:constr type="h" for="ch" forName="ParentBackground3" refType="h" fact="0.5319"/>
              <dgm:constr type="l" for="ch" forName="Child3" refType="w" fact="0.3097"/>
              <dgm:constr type="t" for="ch" forName="Child3" refType="h" fact="0.6876"/>
              <dgm:constr type="w" for="ch" forName="Child3" refType="w" fact="0.1263"/>
              <dgm:constr type="h" for="ch" forName="Child3" refType="h" fact="0.3124"/>
              <dgm:constr type="l" for="ch" forName="Accent2" refType="w" fact="0.1373"/>
              <dgm:constr type="t" for="ch" forName="Accent2" refType="h" fact="-0.0109"/>
              <dgm:constr type="w" for="ch" forName="Accent2" refType="w" fact="0.1915"/>
              <dgm:constr type="h" for="ch" forName="Accent2" refType="h" fact="0.806"/>
              <dgm:constr type="l" for="ch" forName="ParentBackground2" refType="w" fact="0.1698"/>
              <dgm:constr type="t" for="ch" forName="ParentBackground2" refType="h" fact="0.1262"/>
              <dgm:constr type="w" for="ch" forName="ParentBackground2" refType="w" fact="0.1263"/>
              <dgm:constr type="h" for="ch" forName="ParentBackground2" refType="h" fact="0.5319"/>
              <dgm:constr type="l" for="ch" forName="Child2" refType="w" fact="0.1698"/>
              <dgm:constr type="t" for="ch" forName="Child2" refType="h" fact="0.6876"/>
              <dgm:constr type="w" for="ch" forName="Child2" refType="w" fact="0.1263"/>
              <dgm:constr type="h" for="ch" forName="Child2" refType="h" fact="0.3124"/>
              <dgm:constr type="l" for="ch" forName="Accent1" refType="w" fact="-0.0026"/>
              <dgm:constr type="t" for="ch" forName="Accent1" refType="h" fact="-0.0109"/>
              <dgm:constr type="w" for="ch" forName="Accent1" refType="w" fact="0.1915"/>
              <dgm:constr type="h" for="ch" forName="Accent1" refType="h" fact="0.806"/>
              <dgm:constr type="l" for="ch" forName="ParentBackground1" refType="w" fact="0.03"/>
              <dgm:constr type="t" for="ch" forName="ParentBackground1" refType="h" fact="0.1262"/>
              <dgm:constr type="w" for="ch" forName="ParentBackground1" refType="w" fact="0.1263"/>
              <dgm:constr type="h" for="ch" forName="ParentBackground1" refType="h" fact="0.5319"/>
              <dgm:constr type="l" for="ch" forName="Child1" refType="w" fact="0.03"/>
              <dgm:constr type="t" for="ch" forName="Child1" refType="h" fact="0.6876"/>
              <dgm:constr type="w" for="ch" forName="Child1" refType="w" fact="0.1263"/>
              <dgm:constr type="h" for="ch" forName="Child1" refType="h" fact="0.3124"/>
            </dgm:constrLst>
          </dgm:if>
          <dgm:if name="Name11" axis="ch" ptType="node" func="cnt" op="equ" val="8">
            <dgm:alg type="composite">
              <dgm:param type="ar" val="4.799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l" for="ch" forName="Parent8" refType="w" fact="0.901"/>
              <dgm:constr type="t" for="ch" forName="Parent8" refType="h" fact="0.2022"/>
              <dgm:constr type="w" for="ch" forName="Parent8" refType="w" fact="0.0792"/>
              <dgm:constr type="h" for="ch" forName="Parent8" refType="h" fact="0.3799"/>
              <dgm:constr type="l" for="ch" forName="Parent7" refType="w" fact="0.7783"/>
              <dgm:constr type="t" for="ch" forName="Parent7" refType="h" fact="0.2022"/>
              <dgm:constr type="w" for="ch" forName="Parent7" refType="w" fact="0.0792"/>
              <dgm:constr type="h" for="ch" forName="Parent7" refType="h" fact="0.3799"/>
              <dgm:constr type="l" for="ch" forName="Parent6" refType="w" fact="0.6556"/>
              <dgm:constr type="t" for="ch" forName="Parent6" refType="h" fact="0.2022"/>
              <dgm:constr type="w" for="ch" forName="Parent6" refType="w" fact="0.0792"/>
              <dgm:constr type="h" for="ch" forName="Parent6" refType="h" fact="0.3799"/>
              <dgm:constr type="l" for="ch" forName="Parent5" refType="w" fact="0.5329"/>
              <dgm:constr type="t" for="ch" forName="Parent5" refType="h" fact="0.2022"/>
              <dgm:constr type="w" for="ch" forName="Parent5" refType="w" fact="0.0792"/>
              <dgm:constr type="h" for="ch" forName="Parent5" refType="h" fact="0.3799"/>
              <dgm:constr type="l" for="ch" forName="Parent4" refType="w" fact="0.4102"/>
              <dgm:constr type="t" for="ch" forName="Parent4" refType="h" fact="0.2022"/>
              <dgm:constr type="w" for="ch" forName="Parent4" refType="w" fact="0.0792"/>
              <dgm:constr type="h" for="ch" forName="Parent4" refType="h" fact="0.3799"/>
              <dgm:constr type="l" for="ch" forName="Parent3" refType="w" fact="0.2875"/>
              <dgm:constr type="t" for="ch" forName="Parent3" refType="h" fact="0.2022"/>
              <dgm:constr type="w" for="ch" forName="Parent3" refType="w" fact="0.0792"/>
              <dgm:constr type="h" for="ch" forName="Parent3" refType="h" fact="0.3799"/>
              <dgm:constr type="l" for="ch" forName="Parent2" refType="w" fact="0.1648"/>
              <dgm:constr type="t" for="ch" forName="Parent2" refType="h" fact="0.2022"/>
              <dgm:constr type="w" for="ch" forName="Parent2" refType="w" fact="0.0792"/>
              <dgm:constr type="h" for="ch" forName="Parent2" refType="h" fact="0.3799"/>
              <dgm:constr type="l" for="ch" forName="Parent1" refType="w" fact="0.0421"/>
              <dgm:constr type="t" for="ch" forName="Parent1" refType="h" fact="0.2022"/>
              <dgm:constr type="w" for="ch" forName="Parent1" refType="w" fact="0.0792"/>
              <dgm:constr type="h" for="ch" forName="Parent1" refType="h" fact="0.3799"/>
              <dgm:constr type="l" for="ch" forName="Accent8" refType="w" fact="0.8813"/>
              <dgm:constr type="t" for="ch" forName="Accent8" refType="h" fact="0.1072"/>
              <dgm:constr type="w" for="ch" forName="Accent8" refType="w" fact="0.1187"/>
              <dgm:constr type="h" for="ch" forName="Accent8" refType="h" fact="0.5699"/>
              <dgm:constr type="l" for="ch" forName="ParentBackground8" refType="w" fact="0.8852"/>
              <dgm:constr type="t" for="ch" forName="ParentBackground8" refType="h" fact="0.1262"/>
              <dgm:constr type="w" for="ch" forName="ParentBackground8" refType="w" fact="0.1108"/>
              <dgm:constr type="h" for="ch" forName="ParentBackground8" refType="h" fact="0.5319"/>
              <dgm:constr type="l" for="ch" forName="Child8" refType="w" fact="0.8852"/>
              <dgm:constr type="t" for="ch" forName="Child8" refType="h" fact="0.6876"/>
              <dgm:constr type="w" for="ch" forName="Child8" refType="w" fact="0.1108"/>
              <dgm:constr type="h" for="ch" forName="Child8" refType="h" fact="0.3124"/>
              <dgm:constr type="l" for="ch" forName="Accent7" refType="w" fact="0.7339"/>
              <dgm:constr type="t" for="ch" forName="Accent7" refType="h" fact="-0.0109"/>
              <dgm:constr type="w" for="ch" forName="Accent7" refType="w" fact="0.1679"/>
              <dgm:constr type="h" for="ch" forName="Accent7" refType="h" fact="0.806"/>
              <dgm:constr type="l" for="ch" forName="ParentBackground7" refType="w" fact="0.7625"/>
              <dgm:constr type="t" for="ch" forName="ParentBackground7" refType="h" fact="0.1262"/>
              <dgm:constr type="w" for="ch" forName="ParentBackground7" refType="w" fact="0.1108"/>
              <dgm:constr type="h" for="ch" forName="ParentBackground7" refType="h" fact="0.5319"/>
              <dgm:constr type="l" for="ch" forName="Child7" refType="w" fact="0.7625"/>
              <dgm:constr type="t" for="ch" forName="Child7" refType="h" fact="0.6876"/>
              <dgm:constr type="w" for="ch" forName="Child7" refType="w" fact="0.1108"/>
              <dgm:constr type="h" for="ch" forName="Child7" refType="h" fact="0.3124"/>
              <dgm:constr type="l" for="ch" forName="Accent6" refType="w" fact="0.6112"/>
              <dgm:constr type="t" for="ch" forName="Accent6" refType="h" fact="-0.0109"/>
              <dgm:constr type="w" for="ch" forName="Accent6" refType="w" fact="0.1679"/>
              <dgm:constr type="h" for="ch" forName="Accent6" refType="h" fact="0.806"/>
              <dgm:constr type="l" for="ch" forName="ParentBackground6" refType="w" fact="0.6398"/>
              <dgm:constr type="t" for="ch" forName="ParentBackground6" refType="h" fact="0.1262"/>
              <dgm:constr type="w" for="ch" forName="ParentBackground6" refType="w" fact="0.1108"/>
              <dgm:constr type="h" for="ch" forName="ParentBackground6" refType="h" fact="0.5319"/>
              <dgm:constr type="l" for="ch" forName="Child6" refType="w" fact="0.6398"/>
              <dgm:constr type="t" for="ch" forName="Child6" refType="h" fact="0.6876"/>
              <dgm:constr type="w" for="ch" forName="Child6" refType="w" fact="0.1108"/>
              <dgm:constr type="h" for="ch" forName="Child6" refType="h" fact="0.3124"/>
              <dgm:constr type="l" for="ch" forName="Accent5" refType="w" fact="0.4885"/>
              <dgm:constr type="t" for="ch" forName="Accent5" refType="h" fact="-0.0109"/>
              <dgm:constr type="w" for="ch" forName="Accent5" refType="w" fact="0.1679"/>
              <dgm:constr type="h" for="ch" forName="Accent5" refType="h" fact="0.806"/>
              <dgm:constr type="l" for="ch" forName="ParentBackground5" refType="w" fact="0.5171"/>
              <dgm:constr type="t" for="ch" forName="ParentBackground5" refType="h" fact="0.1262"/>
              <dgm:constr type="w" for="ch" forName="ParentBackground5" refType="w" fact="0.1108"/>
              <dgm:constr type="h" for="ch" forName="ParentBackground5" refType="h" fact="0.5319"/>
              <dgm:constr type="l" for="ch" forName="Child5" refType="w" fact="0.5171"/>
              <dgm:constr type="t" for="ch" forName="Child5" refType="h" fact="0.6876"/>
              <dgm:constr type="w" for="ch" forName="Child5" refType="w" fact="0.1108"/>
              <dgm:constr type="h" for="ch" forName="Child5" refType="h" fact="0.3124"/>
              <dgm:constr type="l" for="ch" forName="Accent4" refType="w" fact="0.3658"/>
              <dgm:constr type="t" for="ch" forName="Accent4" refType="h" fact="-0.0109"/>
              <dgm:constr type="w" for="ch" forName="Accent4" refType="w" fact="0.1679"/>
              <dgm:constr type="h" for="ch" forName="Accent4" refType="h" fact="0.806"/>
              <dgm:constr type="l" for="ch" forName="ParentBackground4" refType="w" fact="0.3944"/>
              <dgm:constr type="t" for="ch" forName="ParentBackground4" refType="h" fact="0.1262"/>
              <dgm:constr type="w" for="ch" forName="ParentBackground4" refType="w" fact="0.1108"/>
              <dgm:constr type="h" for="ch" forName="ParentBackground4" refType="h" fact="0.5319"/>
              <dgm:constr type="l" for="ch" forName="Child4" refType="w" fact="0.3944"/>
              <dgm:constr type="t" for="ch" forName="Child4" refType="h" fact="0.6876"/>
              <dgm:constr type="w" for="ch" forName="Child4" refType="w" fact="0.1108"/>
              <dgm:constr type="h" for="ch" forName="Child4" refType="h" fact="0.3124"/>
              <dgm:constr type="l" for="ch" forName="Accent3" refType="w" fact="0.2431"/>
              <dgm:constr type="t" for="ch" forName="Accent3" refType="h" fact="-0.0109"/>
              <dgm:constr type="w" for="ch" forName="Accent3" refType="w" fact="0.1679"/>
              <dgm:constr type="h" for="ch" forName="Accent3" refType="h" fact="0.806"/>
              <dgm:constr type="l" for="ch" forName="ParentBackground3" refType="w" fact="0.2717"/>
              <dgm:constr type="t" for="ch" forName="ParentBackground3" refType="h" fact="0.1262"/>
              <dgm:constr type="w" for="ch" forName="ParentBackground3" refType="w" fact="0.1108"/>
              <dgm:constr type="h" for="ch" forName="ParentBackground3" refType="h" fact="0.5319"/>
              <dgm:constr type="l" for="ch" forName="Child3" refType="w" fact="0.2717"/>
              <dgm:constr type="t" for="ch" forName="Child3" refType="h" fact="0.6876"/>
              <dgm:constr type="w" for="ch" forName="Child3" refType="w" fact="0.1108"/>
              <dgm:constr type="h" for="ch" forName="Child3" refType="h" fact="0.3124"/>
              <dgm:constr type="l" for="ch" forName="Accent2" refType="w" fact="0.1204"/>
              <dgm:constr type="t" for="ch" forName="Accent2" refType="h" fact="-0.0109"/>
              <dgm:constr type="w" for="ch" forName="Accent2" refType="w" fact="0.1679"/>
              <dgm:constr type="h" for="ch" forName="Accent2" refType="h" fact="0.806"/>
              <dgm:constr type="l" for="ch" forName="ParentBackground2" refType="w" fact="0.149"/>
              <dgm:constr type="t" for="ch" forName="ParentBackground2" refType="h" fact="0.1262"/>
              <dgm:constr type="w" for="ch" forName="ParentBackground2" refType="w" fact="0.1108"/>
              <dgm:constr type="h" for="ch" forName="ParentBackground2" refType="h" fact="0.5319"/>
              <dgm:constr type="l" for="ch" forName="Child2" refType="w" fact="0.149"/>
              <dgm:constr type="t" for="ch" forName="Child2" refType="h" fact="0.6876"/>
              <dgm:constr type="w" for="ch" forName="Child2" refType="w" fact="0.1108"/>
              <dgm:constr type="h" for="ch" forName="Child2" refType="h" fact="0.3124"/>
              <dgm:constr type="l" for="ch" forName="Accent1" refType="w" fact="-0.0023"/>
              <dgm:constr type="t" for="ch" forName="Accent1" refType="h" fact="-0.0109"/>
              <dgm:constr type="w" for="ch" forName="Accent1" refType="w" fact="0.1679"/>
              <dgm:constr type="h" for="ch" forName="Accent1" refType="h" fact="0.806"/>
              <dgm:constr type="l" for="ch" forName="ParentBackground1" refType="w" fact="0.0263"/>
              <dgm:constr type="t" for="ch" forName="ParentBackground1" refType="h" fact="0.1262"/>
              <dgm:constr type="w" for="ch" forName="ParentBackground1" refType="w" fact="0.1108"/>
              <dgm:constr type="h" for="ch" forName="ParentBackground1" refType="h" fact="0.5319"/>
              <dgm:constr type="l" for="ch" forName="Child1" refType="w" fact="0.0263"/>
              <dgm:constr type="t" for="ch" forName="Child1" refType="h" fact="0.6876"/>
              <dgm:constr type="w" for="ch" forName="Child1" refType="w" fact="0.1108"/>
              <dgm:constr type="h" for="ch" forName="Child1" refType="h" fact="0.3124"/>
            </dgm:constrLst>
          </dgm:if>
          <dgm:if name="Name12" axis="ch" ptType="node" func="cnt" op="equ" val="9">
            <dgm:alg type="composite">
              <dgm:param type="ar" val="5.38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l" for="ch" forName="Parent9" refType="w" fact="0.9119"/>
              <dgm:constr type="t" for="ch" forName="Parent9" refType="h" fact="0.2022"/>
              <dgm:constr type="w" for="ch" forName="Parent9" refType="w" fact="0.0705"/>
              <dgm:constr type="h" for="ch" forName="Parent9" refType="h" fact="0.3799"/>
              <dgm:constr type="l" for="ch" forName="Parent8" refType="w" fact="0.8026"/>
              <dgm:constr type="t" for="ch" forName="Parent8" refType="h" fact="0.2022"/>
              <dgm:constr type="w" for="ch" forName="Parent8" refType="w" fact="0.0705"/>
              <dgm:constr type="h" for="ch" forName="Parent8" refType="h" fact="0.3799"/>
              <dgm:constr type="l" for="ch" forName="Parent7" refType="w" fact="0.6933"/>
              <dgm:constr type="t" for="ch" forName="Parent7" refType="h" fact="0.2022"/>
              <dgm:constr type="w" for="ch" forName="Parent7" refType="w" fact="0.0705"/>
              <dgm:constr type="h" for="ch" forName="Parent7" refType="h" fact="0.3799"/>
              <dgm:constr type="l" for="ch" forName="Parent6" refType="w" fact="0.584"/>
              <dgm:constr type="t" for="ch" forName="Parent6" refType="h" fact="0.2022"/>
              <dgm:constr type="w" for="ch" forName="Parent6" refType="w" fact="0.0705"/>
              <dgm:constr type="h" for="ch" forName="Parent6" refType="h" fact="0.3799"/>
              <dgm:constr type="l" for="ch" forName="Parent5" refType="w" fact="0.4747"/>
              <dgm:constr type="t" for="ch" forName="Parent5" refType="h" fact="0.2022"/>
              <dgm:constr type="w" for="ch" forName="Parent5" refType="w" fact="0.0705"/>
              <dgm:constr type="h" for="ch" forName="Parent5" refType="h" fact="0.3799"/>
              <dgm:constr type="l" for="ch" forName="Parent4" refType="w" fact="0.3654"/>
              <dgm:constr type="t" for="ch" forName="Parent4" refType="h" fact="0.2022"/>
              <dgm:constr type="w" for="ch" forName="Parent4" refType="w" fact="0.0705"/>
              <dgm:constr type="h" for="ch" forName="Parent4" refType="h" fact="0.3799"/>
              <dgm:constr type="l" for="ch" forName="Parent3" refType="w" fact="0.2561"/>
              <dgm:constr type="t" for="ch" forName="Parent3" refType="h" fact="0.2022"/>
              <dgm:constr type="w" for="ch" forName="Parent3" refType="w" fact="0.0705"/>
              <dgm:constr type="h" for="ch" forName="Parent3" refType="h" fact="0.3799"/>
              <dgm:constr type="l" for="ch" forName="Parent2" refType="w" fact="0.1468"/>
              <dgm:constr type="t" for="ch" forName="Parent2" refType="h" fact="0.2022"/>
              <dgm:constr type="w" for="ch" forName="Parent2" refType="w" fact="0.0705"/>
              <dgm:constr type="h" for="ch" forName="Parent2" refType="h" fact="0.3799"/>
              <dgm:constr type="l" for="ch" forName="Parent1" refType="w" fact="0.0375"/>
              <dgm:constr type="t" for="ch" forName="Parent1" refType="h" fact="0.2022"/>
              <dgm:constr type="w" for="ch" forName="Parent1" refType="w" fact="0.0705"/>
              <dgm:constr type="h" for="ch" forName="Parent1" refType="h" fact="0.3799"/>
              <dgm:constr type="l" for="ch" forName="Accent9" refType="w" fact="0.8942"/>
              <dgm:constr type="t" for="ch" forName="Accent9" refType="h" fact="0.1072"/>
              <dgm:constr type="w" for="ch" forName="Accent9" refType="w" fact="0.1058"/>
              <dgm:constr type="h" for="ch" forName="Accent9" refType="h" fact="0.5699"/>
              <dgm:constr type="l" for="ch" forName="ParentBackground9" refType="w" fact="0.8978"/>
              <dgm:constr type="t" for="ch" forName="ParentBackground9" refType="h" fact="0.1262"/>
              <dgm:constr type="w" for="ch" forName="ParentBackground9" refType="w" fact="0.0987"/>
              <dgm:constr type="h" for="ch" forName="ParentBackground9" refType="h" fact="0.5319"/>
              <dgm:constr type="l" for="ch" forName="Child9" refType="w" fact="0.8978"/>
              <dgm:constr type="t" for="ch" forName="Child9" refType="h" fact="0.6876"/>
              <dgm:constr type="w" for="ch" forName="Child9" refType="w" fact="0.0987"/>
              <dgm:constr type="h" for="ch" forName="Child9" refType="h" fact="0.3124"/>
              <dgm:constr type="l" for="ch" forName="Accent8" refType="w" fact="0.763"/>
              <dgm:constr type="t" for="ch" forName="Accent8" refType="h" fact="-0.0109"/>
              <dgm:constr type="w" for="ch" forName="Accent8" refType="w" fact="0.1496"/>
              <dgm:constr type="h" for="ch" forName="Accent8" refType="h" fact="0.806"/>
              <dgm:constr type="l" for="ch" forName="ParentBackground8" refType="w" fact="0.7885"/>
              <dgm:constr type="t" for="ch" forName="ParentBackground8" refType="h" fact="0.1262"/>
              <dgm:constr type="w" for="ch" forName="ParentBackground8" refType="w" fact="0.0987"/>
              <dgm:constr type="h" for="ch" forName="ParentBackground8" refType="h" fact="0.5319"/>
              <dgm:constr type="l" for="ch" forName="Child8" refType="w" fact="0.7885"/>
              <dgm:constr type="t" for="ch" forName="Child8" refType="h" fact="0.6876"/>
              <dgm:constr type="w" for="ch" forName="Child8" refType="w" fact="0.0987"/>
              <dgm:constr type="h" for="ch" forName="Child8" refType="h" fact="0.3124"/>
              <dgm:constr type="l" for="ch" forName="Accent7" refType="w" fact="0.6538"/>
              <dgm:constr type="t" for="ch" forName="Accent7" refType="h" fact="-0.0109"/>
              <dgm:constr type="w" for="ch" forName="Accent7" refType="w" fact="0.1496"/>
              <dgm:constr type="h" for="ch" forName="Accent7" refType="h" fact="0.806"/>
              <dgm:constr type="l" for="ch" forName="ParentBackground7" refType="w" fact="0.6792"/>
              <dgm:constr type="t" for="ch" forName="ParentBackground7" refType="h" fact="0.1262"/>
              <dgm:constr type="w" for="ch" forName="ParentBackground7" refType="w" fact="0.0987"/>
              <dgm:constr type="h" for="ch" forName="ParentBackground7" refType="h" fact="0.5319"/>
              <dgm:constr type="l" for="ch" forName="Child7" refType="w" fact="0.6792"/>
              <dgm:constr type="t" for="ch" forName="Child7" refType="h" fact="0.6876"/>
              <dgm:constr type="w" for="ch" forName="Child7" refType="w" fact="0.0987"/>
              <dgm:constr type="h" for="ch" forName="Child7" refType="h" fact="0.3124"/>
              <dgm:constr type="l" for="ch" forName="Accent6" refType="w" fact="0.5445"/>
              <dgm:constr type="t" for="ch" forName="Accent6" refType="h" fact="-0.0109"/>
              <dgm:constr type="w" for="ch" forName="Accent6" refType="w" fact="0.1496"/>
              <dgm:constr type="h" for="ch" forName="Accent6" refType="h" fact="0.806"/>
              <dgm:constr type="l" for="ch" forName="ParentBackground6" refType="w" fact="0.5699"/>
              <dgm:constr type="t" for="ch" forName="ParentBackground6" refType="h" fact="0.1262"/>
              <dgm:constr type="w" for="ch" forName="ParentBackground6" refType="w" fact="0.0987"/>
              <dgm:constr type="h" for="ch" forName="ParentBackground6" refType="h" fact="0.5319"/>
              <dgm:constr type="l" for="ch" forName="Child6" refType="w" fact="0.5699"/>
              <dgm:constr type="t" for="ch" forName="Child6" refType="h" fact="0.6876"/>
              <dgm:constr type="w" for="ch" forName="Child6" refType="w" fact="0.0987"/>
              <dgm:constr type="h" for="ch" forName="Child6" refType="h" fact="0.3124"/>
              <dgm:constr type="l" for="ch" forName="Accent5" refType="w" fact="0.4352"/>
              <dgm:constr type="t" for="ch" forName="Accent5" refType="h" fact="-0.0109"/>
              <dgm:constr type="w" for="ch" forName="Accent5" refType="w" fact="0.1496"/>
              <dgm:constr type="h" for="ch" forName="Accent5" refType="h" fact="0.806"/>
              <dgm:constr type="l" for="ch" forName="ParentBackground5" refType="w" fact="0.4606"/>
              <dgm:constr type="t" for="ch" forName="ParentBackground5" refType="h" fact="0.1262"/>
              <dgm:constr type="w" for="ch" forName="ParentBackground5" refType="w" fact="0.0987"/>
              <dgm:constr type="h" for="ch" forName="ParentBackground5" refType="h" fact="0.5319"/>
              <dgm:constr type="l" for="ch" forName="Child5" refType="w" fact="0.4606"/>
              <dgm:constr type="t" for="ch" forName="Child5" refType="h" fact="0.6876"/>
              <dgm:constr type="w" for="ch" forName="Child5" refType="w" fact="0.0987"/>
              <dgm:constr type="h" for="ch" forName="Child5" refType="h" fact="0.3124"/>
              <dgm:constr type="l" for="ch" forName="Accent4" refType="w" fact="0.3259"/>
              <dgm:constr type="t" for="ch" forName="Accent4" refType="h" fact="-0.0109"/>
              <dgm:constr type="w" for="ch" forName="Accent4" refType="w" fact="0.1496"/>
              <dgm:constr type="h" for="ch" forName="Accent4" refType="h" fact="0.806"/>
              <dgm:constr type="l" for="ch" forName="ParentBackground4" refType="w" fact="0.3513"/>
              <dgm:constr type="t" for="ch" forName="ParentBackground4" refType="h" fact="0.1262"/>
              <dgm:constr type="w" for="ch" forName="ParentBackground4" refType="w" fact="0.0987"/>
              <dgm:constr type="h" for="ch" forName="ParentBackground4" refType="h" fact="0.5319"/>
              <dgm:constr type="l" for="ch" forName="Child4" refType="w" fact="0.3513"/>
              <dgm:constr type="t" for="ch" forName="Child4" refType="h" fact="0.6876"/>
              <dgm:constr type="w" for="ch" forName="Child4" refType="w" fact="0.0987"/>
              <dgm:constr type="h" for="ch" forName="Child4" refType="h" fact="0.3124"/>
              <dgm:constr type="l" for="ch" forName="Accent3" refType="w" fact="0.2166"/>
              <dgm:constr type="t" for="ch" forName="Accent3" refType="h" fact="-0.0109"/>
              <dgm:constr type="w" for="ch" forName="Accent3" refType="w" fact="0.1496"/>
              <dgm:constr type="h" for="ch" forName="Accent3" refType="h" fact="0.806"/>
              <dgm:constr type="l" for="ch" forName="ParentBackground3" refType="w" fact="0.242"/>
              <dgm:constr type="t" for="ch" forName="ParentBackground3" refType="h" fact="0.1262"/>
              <dgm:constr type="w" for="ch" forName="ParentBackground3" refType="w" fact="0.0987"/>
              <dgm:constr type="h" for="ch" forName="ParentBackground3" refType="h" fact="0.5319"/>
              <dgm:constr type="l" for="ch" forName="Child3" refType="w" fact="0.242"/>
              <dgm:constr type="t" for="ch" forName="Child3" refType="h" fact="0.6876"/>
              <dgm:constr type="w" for="ch" forName="Child3" refType="w" fact="0.0987"/>
              <dgm:constr type="h" for="ch" forName="Child3" refType="h" fact="0.3124"/>
              <dgm:constr type="l" for="ch" forName="Accent2" refType="w" fact="0.1073"/>
              <dgm:constr type="t" for="ch" forName="Accent2" refType="h" fact="-0.0109"/>
              <dgm:constr type="w" for="ch" forName="Accent2" refType="w" fact="0.1496"/>
              <dgm:constr type="h" for="ch" forName="Accent2" refType="h" fact="0.806"/>
              <dgm:constr type="l" for="ch" forName="ParentBackground2" refType="w" fact="0.1327"/>
              <dgm:constr type="t" for="ch" forName="ParentBackground2" refType="h" fact="0.1262"/>
              <dgm:constr type="w" for="ch" forName="ParentBackground2" refType="w" fact="0.0987"/>
              <dgm:constr type="h" for="ch" forName="ParentBackground2" refType="h" fact="0.5319"/>
              <dgm:constr type="l" for="ch" forName="Child2" refType="w" fact="0.1327"/>
              <dgm:constr type="t" for="ch" forName="Child2" refType="h" fact="0.6876"/>
              <dgm:constr type="w" for="ch" forName="Child2" refType="w" fact="0.0987"/>
              <dgm:constr type="h" for="ch" forName="Child2" refType="h" fact="0.3124"/>
              <dgm:constr type="l" for="ch" forName="Accent1" refType="w" fact="-0.002"/>
              <dgm:constr type="t" for="ch" forName="Accent1" refType="h" fact="-0.0109"/>
              <dgm:constr type="w" for="ch" forName="Accent1" refType="w" fact="0.1496"/>
              <dgm:constr type="h" for="ch" forName="Accent1" refType="h" fact="0.806"/>
              <dgm:constr type="l" for="ch" forName="ParentBackground1" refType="w" fact="0.0234"/>
              <dgm:constr type="t" for="ch" forName="ParentBackground1" refType="h" fact="0.1262"/>
              <dgm:constr type="w" for="ch" forName="ParentBackground1" refType="w" fact="0.0987"/>
              <dgm:constr type="h" for="ch" forName="ParentBackground1" refType="h" fact="0.5319"/>
              <dgm:constr type="l" for="ch" forName="Child1" refType="w" fact="0.0234"/>
              <dgm:constr type="t" for="ch" forName="Child1" refType="h" fact="0.6876"/>
              <dgm:constr type="w" for="ch" forName="Child1" refType="w" fact="0.0987"/>
              <dgm:constr type="h" for="ch" forName="Child1" refType="h" fact="0.3124"/>
            </dgm:constrLst>
          </dgm:if>
          <dgm:if name="Name13" axis="ch" ptType="node" func="cnt" op="equ" val="10">
            <dgm:alg type="composite">
              <dgm:param type="ar" val="5.976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7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l" for="ch" forName="Parent10" refType="w" fact="0.9205"/>
              <dgm:constr type="t" for="ch" forName="Parent10" refType="h" fact="0.2022"/>
              <dgm:constr type="w" for="ch" forName="Parent10" refType="w" fact="0.0636"/>
              <dgm:constr type="h" for="ch" forName="Parent10" refType="h" fact="0.3799"/>
              <dgm:constr type="l" for="ch" forName="Parent9" refType="w" fact="0.822"/>
              <dgm:constr type="t" for="ch" forName="Parent9" refType="h" fact="0.2022"/>
              <dgm:constr type="w" for="ch" forName="Parent9" refType="w" fact="0.0636"/>
              <dgm:constr type="h" for="ch" forName="Parent9" refType="h" fact="0.3799"/>
              <dgm:constr type="l" for="ch" forName="Parent8" refType="w" fact="0.7235"/>
              <dgm:constr type="t" for="ch" forName="Parent8" refType="h" fact="0.2022"/>
              <dgm:constr type="w" for="ch" forName="Parent8" refType="w" fact="0.0636"/>
              <dgm:constr type="h" for="ch" forName="Parent8" refType="h" fact="0.3799"/>
              <dgm:constr type="l" for="ch" forName="Parent7" refType="w" fact="0.625"/>
              <dgm:constr type="t" for="ch" forName="Parent7" refType="h" fact="0.2022"/>
              <dgm:constr type="w" for="ch" forName="Parent7" refType="w" fact="0.0636"/>
              <dgm:constr type="h" for="ch" forName="Parent7" refType="h" fact="0.3799"/>
              <dgm:constr type="l" for="ch" forName="Parent6" refType="w" fact="0.5264"/>
              <dgm:constr type="t" for="ch" forName="Parent6" refType="h" fact="0.2022"/>
              <dgm:constr type="w" for="ch" forName="Parent6" refType="w" fact="0.0636"/>
              <dgm:constr type="h" for="ch" forName="Parent6" refType="h" fact="0.3799"/>
              <dgm:constr type="l" for="ch" forName="Parent5" refType="w" fact="0.4279"/>
              <dgm:constr type="t" for="ch" forName="Parent5" refType="h" fact="0.2022"/>
              <dgm:constr type="w" for="ch" forName="Parent5" refType="w" fact="0.0636"/>
              <dgm:constr type="h" for="ch" forName="Parent5" refType="h" fact="0.3799"/>
              <dgm:constr type="l" for="ch" forName="Parent4" refType="w" fact="0.3294"/>
              <dgm:constr type="t" for="ch" forName="Parent4" refType="h" fact="0.2022"/>
              <dgm:constr type="w" for="ch" forName="Parent4" refType="w" fact="0.0636"/>
              <dgm:constr type="h" for="ch" forName="Parent4" refType="h" fact="0.3799"/>
              <dgm:constr type="l" for="ch" forName="Parent3" refType="w" fact="0.2309"/>
              <dgm:constr type="t" for="ch" forName="Parent3" refType="h" fact="0.2022"/>
              <dgm:constr type="w" for="ch" forName="Parent3" refType="w" fact="0.0636"/>
              <dgm:constr type="h" for="ch" forName="Parent3" refType="h" fact="0.3799"/>
              <dgm:constr type="l" for="ch" forName="Parent2" refType="w" fact="0.1324"/>
              <dgm:constr type="t" for="ch" forName="Parent2" refType="h" fact="0.2022"/>
              <dgm:constr type="w" for="ch" forName="Parent2" refType="w" fact="0.0636"/>
              <dgm:constr type="h" for="ch" forName="Parent2" refType="h" fact="0.3799"/>
              <dgm:constr type="l" for="ch" forName="Parent1" refType="w" fact="0.0338"/>
              <dgm:constr type="t" for="ch" forName="Parent1" refType="h" fact="0.2022"/>
              <dgm:constr type="w" for="ch" forName="Parent1" refType="w" fact="0.0636"/>
              <dgm:constr type="h" for="ch" forName="Parent1" refType="h" fact="0.3799"/>
              <dgm:constr type="l" for="ch" forName="Accent10" refType="w" fact="0.9047"/>
              <dgm:constr type="t" for="ch" forName="Accent10" refType="h" fact="0.1072"/>
              <dgm:constr type="w" for="ch" forName="Accent10" refType="w" fact="0.0953"/>
              <dgm:constr type="h" for="ch" forName="Accent10" refType="h" fact="0.5699"/>
              <dgm:constr type="l" for="ch" forName="ParentBackground10" refType="w" fact="0.9078"/>
              <dgm:constr type="t" for="ch" forName="ParentBackground10" refType="h" fact="0.1262"/>
              <dgm:constr type="w" for="ch" forName="ParentBackground10" refType="w" fact="0.089"/>
              <dgm:constr type="h" for="ch" forName="ParentBackground10" refType="h" fact="0.5319"/>
              <dgm:constr type="l" for="ch" forName="Child10" refType="w" fact="0.9078"/>
              <dgm:constr type="t" for="ch" forName="Child10" refType="h" fact="0.6876"/>
              <dgm:constr type="w" for="ch" forName="Child10" refType="w" fact="0.089"/>
              <dgm:constr type="h" for="ch" forName="Child10" refType="h" fact="0.3124"/>
              <dgm:constr type="l" for="ch" forName="Accent9" refType="w" fact="0.7864"/>
              <dgm:constr type="t" for="ch" forName="Accent9" refType="h" fact="-0.0109"/>
              <dgm:constr type="w" for="ch" forName="Accent9" refType="w" fact="0.1348"/>
              <dgm:constr type="h" for="ch" forName="Accent9" refType="h" fact="0.806"/>
              <dgm:constr type="l" for="ch" forName="ParentBackground9" refType="w" fact="0.8093"/>
              <dgm:constr type="t" for="ch" forName="ParentBackground9" refType="h" fact="0.1262"/>
              <dgm:constr type="w" for="ch" forName="ParentBackground9" refType="w" fact="0.089"/>
              <dgm:constr type="h" for="ch" forName="ParentBackground9" refType="h" fact="0.5319"/>
              <dgm:constr type="l" for="ch" forName="Child9" refType="w" fact="0.8093"/>
              <dgm:constr type="t" for="ch" forName="Child9" refType="h" fact="0.6876"/>
              <dgm:constr type="w" for="ch" forName="Child9" refType="w" fact="0.089"/>
              <dgm:constr type="h" for="ch" forName="Child9" refType="h" fact="0.3124"/>
              <dgm:constr type="l" for="ch" forName="Accent8" refType="w" fact="0.6879"/>
              <dgm:constr type="t" for="ch" forName="Accent8" refType="h" fact="-0.0109"/>
              <dgm:constr type="w" for="ch" forName="Accent8" refType="w" fact="0.1348"/>
              <dgm:constr type="h" for="ch" forName="Accent8" refType="h" fact="0.806"/>
              <dgm:constr type="l" for="ch" forName="ParentBackground8" refType="w" fact="0.7108"/>
              <dgm:constr type="t" for="ch" forName="ParentBackground8" refType="h" fact="0.1262"/>
              <dgm:constr type="w" for="ch" forName="ParentBackground8" refType="w" fact="0.089"/>
              <dgm:constr type="h" for="ch" forName="ParentBackground8" refType="h" fact="0.5319"/>
              <dgm:constr type="l" for="ch" forName="Child8" refType="w" fact="0.7108"/>
              <dgm:constr type="t" for="ch" forName="Child8" refType="h" fact="0.6876"/>
              <dgm:constr type="w" for="ch" forName="Child8" refType="w" fact="0.089"/>
              <dgm:constr type="h" for="ch" forName="Child8" refType="h" fact="0.3124"/>
              <dgm:constr type="l" for="ch" forName="Accent7" refType="w" fact="0.5893"/>
              <dgm:constr type="t" for="ch" forName="Accent7" refType="h" fact="-0.0109"/>
              <dgm:constr type="w" for="ch" forName="Accent7" refType="w" fact="0.1348"/>
              <dgm:constr type="h" for="ch" forName="Accent7" refType="h" fact="0.806"/>
              <dgm:constr type="l" for="ch" forName="ParentBackground7" refType="w" fact="0.6123"/>
              <dgm:constr type="t" for="ch" forName="ParentBackground7" refType="h" fact="0.1262"/>
              <dgm:constr type="w" for="ch" forName="ParentBackground7" refType="w" fact="0.089"/>
              <dgm:constr type="h" for="ch" forName="ParentBackground7" refType="h" fact="0.5319"/>
              <dgm:constr type="l" for="ch" forName="Child7" refType="w" fact="0.6123"/>
              <dgm:constr type="t" for="ch" forName="Child7" refType="h" fact="0.6876"/>
              <dgm:constr type="w" for="ch" forName="Child7" refType="w" fact="0.089"/>
              <dgm:constr type="h" for="ch" forName="Child7" refType="h" fact="0.3124"/>
              <dgm:constr type="l" for="ch" forName="Accent6" refType="w" fact="0.4908"/>
              <dgm:constr type="t" for="ch" forName="Accent6" refType="h" fact="-0.0109"/>
              <dgm:constr type="w" for="ch" forName="Accent6" refType="w" fact="0.1348"/>
              <dgm:constr type="h" for="ch" forName="Accent6" refType="h" fact="0.806"/>
              <dgm:constr type="l" for="ch" forName="ParentBackground6" refType="w" fact="0.5137"/>
              <dgm:constr type="t" for="ch" forName="ParentBackground6" refType="h" fact="0.1262"/>
              <dgm:constr type="w" for="ch" forName="ParentBackground6" refType="w" fact="0.089"/>
              <dgm:constr type="h" for="ch" forName="ParentBackground6" refType="h" fact="0.5319"/>
              <dgm:constr type="l" for="ch" forName="Child6" refType="w" fact="0.5137"/>
              <dgm:constr type="t" for="ch" forName="Child6" refType="h" fact="0.6876"/>
              <dgm:constr type="w" for="ch" forName="Child6" refType="w" fact="0.089"/>
              <dgm:constr type="h" for="ch" forName="Child6" refType="h" fact="0.3124"/>
              <dgm:constr type="l" for="ch" forName="Accent5" refType="w" fact="0.3923"/>
              <dgm:constr type="t" for="ch" forName="Accent5" refType="h" fact="-0.0109"/>
              <dgm:constr type="w" for="ch" forName="Accent5" refType="w" fact="0.1348"/>
              <dgm:constr type="h" for="ch" forName="Accent5" refType="h" fact="0.806"/>
              <dgm:constr type="l" for="ch" forName="ParentBackground5" refType="w" fact="0.4152"/>
              <dgm:constr type="t" for="ch" forName="ParentBackground5" refType="h" fact="0.1262"/>
              <dgm:constr type="w" for="ch" forName="ParentBackground5" refType="w" fact="0.089"/>
              <dgm:constr type="h" for="ch" forName="ParentBackground5" refType="h" fact="0.5319"/>
              <dgm:constr type="l" for="ch" forName="Child5" refType="w" fact="0.4152"/>
              <dgm:constr type="t" for="ch" forName="Child5" refType="h" fact="0.6876"/>
              <dgm:constr type="w" for="ch" forName="Child5" refType="w" fact="0.089"/>
              <dgm:constr type="h" for="ch" forName="Child5" refType="h" fact="0.3124"/>
              <dgm:constr type="l" for="ch" forName="Accent4" refType="w" fact="0.2938"/>
              <dgm:constr type="t" for="ch" forName="Accent4" refType="h" fact="-0.0109"/>
              <dgm:constr type="w" for="ch" forName="Accent4" refType="w" fact="0.1348"/>
              <dgm:constr type="h" for="ch" forName="Accent4" refType="h" fact="0.806"/>
              <dgm:constr type="l" for="ch" forName="ParentBackground4" refType="w" fact="0.3167"/>
              <dgm:constr type="t" for="ch" forName="ParentBackground4" refType="h" fact="0.1262"/>
              <dgm:constr type="w" for="ch" forName="ParentBackground4" refType="w" fact="0.089"/>
              <dgm:constr type="h" for="ch" forName="ParentBackground4" refType="h" fact="0.5319"/>
              <dgm:constr type="l" for="ch" forName="Child4" refType="w" fact="0.3167"/>
              <dgm:constr type="t" for="ch" forName="Child4" refType="h" fact="0.6876"/>
              <dgm:constr type="w" for="ch" forName="Child4" refType="w" fact="0.089"/>
              <dgm:constr type="h" for="ch" forName="Child4" refType="h" fact="0.3124"/>
              <dgm:constr type="l" for="ch" forName="Accent3" refType="w" fact="0.1952"/>
              <dgm:constr type="t" for="ch" forName="Accent3" refType="h" fact="-0.0109"/>
              <dgm:constr type="w" for="ch" forName="Accent3" refType="w" fact="0.1348"/>
              <dgm:constr type="h" for="ch" forName="Accent3" refType="h" fact="0.806"/>
              <dgm:constr type="l" for="ch" forName="ParentBackground3" refType="w" fact="0.2182"/>
              <dgm:constr type="t" for="ch" forName="ParentBackground3" refType="h" fact="0.1262"/>
              <dgm:constr type="w" for="ch" forName="ParentBackground3" refType="w" fact="0.089"/>
              <dgm:constr type="h" for="ch" forName="ParentBackground3" refType="h" fact="0.5319"/>
              <dgm:constr type="l" for="ch" forName="Child3" refType="w" fact="0.2182"/>
              <dgm:constr type="t" for="ch" forName="Child3" refType="h" fact="0.6876"/>
              <dgm:constr type="w" for="ch" forName="Child3" refType="w" fact="0.089"/>
              <dgm:constr type="h" for="ch" forName="Child3" refType="h" fact="0.3124"/>
              <dgm:constr type="l" for="ch" forName="Accent2" refType="w" fact="0.0967"/>
              <dgm:constr type="t" for="ch" forName="Accent2" refType="h" fact="-0.0109"/>
              <dgm:constr type="w" for="ch" forName="Accent2" refType="w" fact="0.1348"/>
              <dgm:constr type="h" for="ch" forName="Accent2" refType="h" fact="0.806"/>
              <dgm:constr type="l" for="ch" forName="ParentBackground2" refType="w" fact="0.1196"/>
              <dgm:constr type="t" for="ch" forName="ParentBackground2" refType="h" fact="0.1262"/>
              <dgm:constr type="w" for="ch" forName="ParentBackground2" refType="w" fact="0.089"/>
              <dgm:constr type="h" for="ch" forName="ParentBackground2" refType="h" fact="0.5319"/>
              <dgm:constr type="l" for="ch" forName="Child2" refType="w" fact="0.1196"/>
              <dgm:constr type="t" for="ch" forName="Child2" refType="h" fact="0.6876"/>
              <dgm:constr type="w" for="ch" forName="Child2" refType="w" fact="0.089"/>
              <dgm:constr type="h" for="ch" forName="Child2" refType="h" fact="0.3124"/>
              <dgm:constr type="l" for="ch" forName="Accent1" refType="w" fact="-0.0018"/>
              <dgm:constr type="t" for="ch" forName="Accent1" refType="h" fact="-0.0109"/>
              <dgm:constr type="w" for="ch" forName="Accent1" refType="w" fact="0.1348"/>
              <dgm:constr type="h" for="ch" forName="Accent1" refType="h" fact="0.806"/>
              <dgm:constr type="l" for="ch" forName="ParentBackground1" refType="w" fact="0.0211"/>
              <dgm:constr type="t" for="ch" forName="ParentBackground1" refType="h" fact="0.1262"/>
              <dgm:constr type="w" for="ch" forName="ParentBackground1" refType="w" fact="0.089"/>
              <dgm:constr type="h" for="ch" forName="ParentBackground1" refType="h" fact="0.5319"/>
              <dgm:constr type="l" for="ch" forName="Child1" refType="w" fact="0.0211"/>
              <dgm:constr type="t" for="ch" forName="Child1" refType="h" fact="0.6876"/>
              <dgm:constr type="w" for="ch" forName="Child1" refType="w" fact="0.089"/>
              <dgm:constr type="h" for="ch" forName="Child1" refType="h" fact="0.3124"/>
            </dgm:constrLst>
          </dgm:if>
          <dgm:else name="Name14">
            <dgm:alg type="composite">
              <dgm:param type="ar" val="6.565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1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1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1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1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1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6" op="lte"/>
              <dgm:constr type="primFontSz" for="des" forName="Child11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1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1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1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Child11" refType="primFontSz" refFor="des" refForName="Parent10" op="lte"/>
              <dgm:constr type="primFontSz" for="des" forName="Child1" refType="primFontSz" refFor="des" refForName="Parent11" op="lte"/>
              <dgm:constr type="primFontSz" for="des" forName="Child2" refType="primFontSz" refFor="des" refForName="Parent11" op="lte"/>
              <dgm:constr type="primFontSz" for="des" forName="Child3" refType="primFontSz" refFor="des" refForName="Parent11" op="lte"/>
              <dgm:constr type="primFontSz" for="des" forName="Child4" refType="primFontSz" refFor="des" refForName="Parent11" op="lte"/>
              <dgm:constr type="primFontSz" for="des" forName="Child5" refType="primFontSz" refFor="des" refForName="Parent11" op="lte"/>
              <dgm:constr type="primFontSz" for="des" forName="Child6" refType="primFontSz" refFor="des" refForName="Parent11" op="lte"/>
              <dgm:constr type="primFontSz" for="des" forName="Child7" refType="primFontSz" refFor="des" refForName="Parent11" op="lte"/>
              <dgm:constr type="primFontSz" for="des" forName="Child8" refType="primFontSz" refFor="des" refForName="Parent11" op="lte"/>
              <dgm:constr type="primFontSz" for="des" forName="Child9" refType="primFontSz" refFor="des" refForName="Parent11" op="lte"/>
              <dgm:constr type="primFontSz" for="des" forName="Child10" refType="primFontSz" refFor="des" refForName="Parent11" op="lte"/>
              <dgm:constr type="primFontSz" for="des" forName="Child11" refType="primFontSz" refFor="des" refForName="Parent11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Parent11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primFontSz" for="des" forName="Child11" refType="primFontSz" refFor="des" refForName="Child1" op="equ"/>
              <dgm:constr type="l" for="ch" forName="Parent11" refType="w" fact="0.9277"/>
              <dgm:constr type="t" for="ch" forName="Parent11" refType="h" fact="0.2022"/>
              <dgm:constr type="w" for="ch" forName="Parent11" refType="w" fact="0.0579"/>
              <dgm:constr type="h" for="ch" forName="Parent11" refType="h" fact="0.3799"/>
              <dgm:constr type="l" for="ch" forName="Parent10" refType="w" fact="0.838"/>
              <dgm:constr type="t" for="ch" forName="Parent10" refType="h" fact="0.2022"/>
              <dgm:constr type="w" for="ch" forName="Parent10" refType="w" fact="0.0579"/>
              <dgm:constr type="h" for="ch" forName="Parent10" refType="h" fact="0.3799"/>
              <dgm:constr type="l" for="ch" forName="Parent9" refType="w" fact="0.7483"/>
              <dgm:constr type="t" for="ch" forName="Parent9" refType="h" fact="0.2022"/>
              <dgm:constr type="w" for="ch" forName="Parent9" refType="w" fact="0.0579"/>
              <dgm:constr type="h" for="ch" forName="Parent9" refType="h" fact="0.3799"/>
              <dgm:constr type="l" for="ch" forName="Parent8" refType="w" fact="0.6586"/>
              <dgm:constr type="t" for="ch" forName="Parent8" refType="h" fact="0.2022"/>
              <dgm:constr type="w" for="ch" forName="Parent8" refType="w" fact="0.0579"/>
              <dgm:constr type="h" for="ch" forName="Parent8" refType="h" fact="0.3799"/>
              <dgm:constr type="l" for="ch" forName="Parent7" refType="w" fact="0.5689"/>
              <dgm:constr type="t" for="ch" forName="Parent7" refType="h" fact="0.2022"/>
              <dgm:constr type="w" for="ch" forName="Parent7" refType="w" fact="0.0579"/>
              <dgm:constr type="h" for="ch" forName="Parent7" refType="h" fact="0.3799"/>
              <dgm:constr type="l" for="ch" forName="Parent6" refType="w" fact="0.4792"/>
              <dgm:constr type="t" for="ch" forName="Parent6" refType="h" fact="0.2022"/>
              <dgm:constr type="w" for="ch" forName="Parent6" refType="w" fact="0.0579"/>
              <dgm:constr type="h" for="ch" forName="Parent6" refType="h" fact="0.3799"/>
              <dgm:constr type="l" for="ch" forName="Parent5" refType="w" fact="0.3895"/>
              <dgm:constr type="t" for="ch" forName="Parent5" refType="h" fact="0.2022"/>
              <dgm:constr type="w" for="ch" forName="Parent5" refType="w" fact="0.0579"/>
              <dgm:constr type="h" for="ch" forName="Parent5" refType="h" fact="0.3799"/>
              <dgm:constr type="l" for="ch" forName="Parent4" refType="w" fact="0.2999"/>
              <dgm:constr type="t" for="ch" forName="Parent4" refType="h" fact="0.2022"/>
              <dgm:constr type="w" for="ch" forName="Parent4" refType="w" fact="0.0579"/>
              <dgm:constr type="h" for="ch" forName="Parent4" refType="h" fact="0.3799"/>
              <dgm:constr type="l" for="ch" forName="Parent3" refType="w" fact="0.2102"/>
              <dgm:constr type="t" for="ch" forName="Parent3" refType="h" fact="0.2022"/>
              <dgm:constr type="w" for="ch" forName="Parent3" refType="w" fact="0.0579"/>
              <dgm:constr type="h" for="ch" forName="Parent3" refType="h" fact="0.3799"/>
              <dgm:constr type="l" for="ch" forName="Parent2" refType="w" fact="0.1205"/>
              <dgm:constr type="t" for="ch" forName="Parent2" refType="h" fact="0.2022"/>
              <dgm:constr type="w" for="ch" forName="Parent2" refType="w" fact="0.0579"/>
              <dgm:constr type="h" for="ch" forName="Parent2" refType="h" fact="0.3799"/>
              <dgm:constr type="l" for="ch" forName="Parent1" refType="w" fact="0.0308"/>
              <dgm:constr type="t" for="ch" forName="Parent1" refType="h" fact="0.2022"/>
              <dgm:constr type="w" for="ch" forName="Parent1" refType="w" fact="0.0579"/>
              <dgm:constr type="h" for="ch" forName="Parent1" refType="h" fact="0.3799"/>
              <dgm:constr type="l" for="ch" forName="Accent11" refType="w" fact="0.9132"/>
              <dgm:constr type="t" for="ch" forName="Accent11" refType="h" fact="0.1072"/>
              <dgm:constr type="w" for="ch" forName="Accent11" refType="w" fact="0.0868"/>
              <dgm:constr type="h" for="ch" forName="Accent11" refType="h" fact="0.5699"/>
              <dgm:constr type="l" for="ch" forName="ParentBackground11" refType="w" fact="0.9161"/>
              <dgm:constr type="t" for="ch" forName="ParentBackground11" refType="h" fact="0.1262"/>
              <dgm:constr type="w" for="ch" forName="ParentBackground11" refType="w" fact="0.081"/>
              <dgm:constr type="h" for="ch" forName="ParentBackground11" refType="h" fact="0.5319"/>
              <dgm:constr type="l" for="ch" forName="Child11" refType="w" fact="0.9161"/>
              <dgm:constr type="t" for="ch" forName="Child11" refType="h" fact="0.6876"/>
              <dgm:constr type="w" for="ch" forName="Child11" refType="w" fact="0.081"/>
              <dgm:constr type="h" for="ch" forName="Child11" refType="h" fact="0.3124"/>
              <dgm:constr type="l" for="ch" forName="Accent10" refType="w" fact="0.8055"/>
              <dgm:constr type="t" for="ch" forName="Accent10" refType="h" fact="-0.0109"/>
              <dgm:constr type="w" for="ch" forName="Accent10" refType="w" fact="0.1228"/>
              <dgm:constr type="h" for="ch" forName="Accent10" refType="h" fact="0.806"/>
              <dgm:constr type="l" for="ch" forName="ParentBackground10" refType="w" fact="0.8264"/>
              <dgm:constr type="t" for="ch" forName="ParentBackground10" refType="h" fact="0.1262"/>
              <dgm:constr type="w" for="ch" forName="ParentBackground10" refType="w" fact="0.081"/>
              <dgm:constr type="h" for="ch" forName="ParentBackground10" refType="h" fact="0.5319"/>
              <dgm:constr type="l" for="ch" forName="Child10" refType="w" fact="0.8264"/>
              <dgm:constr type="t" for="ch" forName="Child10" refType="h" fact="0.6876"/>
              <dgm:constr type="w" for="ch" forName="Child10" refType="w" fact="0.081"/>
              <dgm:constr type="h" for="ch" forName="Child10" refType="h" fact="0.3124"/>
              <dgm:constr type="l" for="ch" forName="Accent9" refType="w" fact="0.7158"/>
              <dgm:constr type="t" for="ch" forName="Accent9" refType="h" fact="-0.0109"/>
              <dgm:constr type="w" for="ch" forName="Accent9" refType="w" fact="0.1228"/>
              <dgm:constr type="h" for="ch" forName="Accent9" refType="h" fact="0.806"/>
              <dgm:constr type="l" for="ch" forName="ParentBackground9" refType="w" fact="0.7367"/>
              <dgm:constr type="t" for="ch" forName="ParentBackground9" refType="h" fact="0.1262"/>
              <dgm:constr type="w" for="ch" forName="ParentBackground9" refType="w" fact="0.081"/>
              <dgm:constr type="h" for="ch" forName="ParentBackground9" refType="h" fact="0.5319"/>
              <dgm:constr type="l" for="ch" forName="Child9" refType="w" fact="0.7367"/>
              <dgm:constr type="t" for="ch" forName="Child9" refType="h" fact="0.6876"/>
              <dgm:constr type="w" for="ch" forName="Child9" refType="w" fact="0.081"/>
              <dgm:constr type="h" for="ch" forName="Child9" refType="h" fact="0.3124"/>
              <dgm:constr type="l" for="ch" forName="Accent8" refType="w" fact="0.6261"/>
              <dgm:constr type="t" for="ch" forName="Accent8" refType="h" fact="-0.0109"/>
              <dgm:constr type="w" for="ch" forName="Accent8" refType="w" fact="0.1228"/>
              <dgm:constr type="h" for="ch" forName="Accent8" refType="h" fact="0.806"/>
              <dgm:constr type="l" for="ch" forName="ParentBackground8" refType="w" fact="0.647"/>
              <dgm:constr type="t" for="ch" forName="ParentBackground8" refType="h" fact="0.1262"/>
              <dgm:constr type="w" for="ch" forName="ParentBackground8" refType="w" fact="0.081"/>
              <dgm:constr type="h" for="ch" forName="ParentBackground8" refType="h" fact="0.5319"/>
              <dgm:constr type="l" for="ch" forName="Child8" refType="w" fact="0.647"/>
              <dgm:constr type="t" for="ch" forName="Child8" refType="h" fact="0.6876"/>
              <dgm:constr type="w" for="ch" forName="Child8" refType="w" fact="0.081"/>
              <dgm:constr type="h" for="ch" forName="Child8" refType="h" fact="0.3124"/>
              <dgm:constr type="l" for="ch" forName="Accent7" refType="w" fact="0.5364"/>
              <dgm:constr type="t" for="ch" forName="Accent7" refType="h" fact="-0.0109"/>
              <dgm:constr type="w" for="ch" forName="Accent7" refType="w" fact="0.1228"/>
              <dgm:constr type="h" for="ch" forName="Accent7" refType="h" fact="0.806"/>
              <dgm:constr type="l" for="ch" forName="ParentBackground7" refType="w" fact="0.5573"/>
              <dgm:constr type="t" for="ch" forName="ParentBackground7" refType="h" fact="0.1262"/>
              <dgm:constr type="w" for="ch" forName="ParentBackground7" refType="w" fact="0.081"/>
              <dgm:constr type="h" for="ch" forName="ParentBackground7" refType="h" fact="0.5319"/>
              <dgm:constr type="l" for="ch" forName="Child7" refType="w" fact="0.5573"/>
              <dgm:constr type="t" for="ch" forName="Child7" refType="h" fact="0.6876"/>
              <dgm:constr type="w" for="ch" forName="Child7" refType="w" fact="0.081"/>
              <dgm:constr type="h" for="ch" forName="Child7" refType="h" fact="0.3124"/>
              <dgm:constr type="l" for="ch" forName="Accent6" refType="w" fact="0.4467"/>
              <dgm:constr type="t" for="ch" forName="Accent6" refType="h" fact="-0.0109"/>
              <dgm:constr type="w" for="ch" forName="Accent6" refType="w" fact="0.1228"/>
              <dgm:constr type="h" for="ch" forName="Accent6" refType="h" fact="0.806"/>
              <dgm:constr type="l" for="ch" forName="ParentBackground6" refType="w" fact="0.4677"/>
              <dgm:constr type="t" for="ch" forName="ParentBackground6" refType="h" fact="0.1262"/>
              <dgm:constr type="w" for="ch" forName="ParentBackground6" refType="w" fact="0.081"/>
              <dgm:constr type="h" for="ch" forName="ParentBackground6" refType="h" fact="0.5319"/>
              <dgm:constr type="l" for="ch" forName="Child6" refType="w" fact="0.4677"/>
              <dgm:constr type="t" for="ch" forName="Child6" refType="h" fact="0.6876"/>
              <dgm:constr type="w" for="ch" forName="Child6" refType="w" fact="0.081"/>
              <dgm:constr type="h" for="ch" forName="Child6" refType="h" fact="0.3124"/>
              <dgm:constr type="l" for="ch" forName="Accent5" refType="w" fact="0.3571"/>
              <dgm:constr type="t" for="ch" forName="Accent5" refType="h" fact="-0.0109"/>
              <dgm:constr type="w" for="ch" forName="Accent5" refType="w" fact="0.1228"/>
              <dgm:constr type="h" for="ch" forName="Accent5" refType="h" fact="0.806"/>
              <dgm:constr type="l" for="ch" forName="ParentBackground5" refType="w" fact="0.378"/>
              <dgm:constr type="t" for="ch" forName="ParentBackground5" refType="h" fact="0.1262"/>
              <dgm:constr type="w" for="ch" forName="ParentBackground5" refType="w" fact="0.081"/>
              <dgm:constr type="h" for="ch" forName="ParentBackground5" refType="h" fact="0.5319"/>
              <dgm:constr type="l" for="ch" forName="Child5" refType="w" fact="0.378"/>
              <dgm:constr type="t" for="ch" forName="Child5" refType="h" fact="0.6876"/>
              <dgm:constr type="w" for="ch" forName="Child5" refType="w" fact="0.081"/>
              <dgm:constr type="h" for="ch" forName="Child5" refType="h" fact="0.3124"/>
              <dgm:constr type="l" for="ch" forName="Accent4" refType="w" fact="0.2674"/>
              <dgm:constr type="t" for="ch" forName="Accent4" refType="h" fact="-0.0109"/>
              <dgm:constr type="w" for="ch" forName="Accent4" refType="w" fact="0.1228"/>
              <dgm:constr type="h" for="ch" forName="Accent4" refType="h" fact="0.806"/>
              <dgm:constr type="l" for="ch" forName="ParentBackground4" refType="w" fact="0.2883"/>
              <dgm:constr type="t" for="ch" forName="ParentBackground4" refType="h" fact="0.1262"/>
              <dgm:constr type="w" for="ch" forName="ParentBackground4" refType="w" fact="0.081"/>
              <dgm:constr type="h" for="ch" forName="ParentBackground4" refType="h" fact="0.5319"/>
              <dgm:constr type="l" for="ch" forName="Child4" refType="w" fact="0.2883"/>
              <dgm:constr type="t" for="ch" forName="Child4" refType="h" fact="0.6876"/>
              <dgm:constr type="w" for="ch" forName="Child4" refType="w" fact="0.081"/>
              <dgm:constr type="h" for="ch" forName="Child4" refType="h" fact="0.3124"/>
              <dgm:constr type="l" for="ch" forName="Accent3" refType="w" fact="0.1777"/>
              <dgm:constr type="t" for="ch" forName="Accent3" refType="h" fact="-0.0109"/>
              <dgm:constr type="w" for="ch" forName="Accent3" refType="w" fact="0.1228"/>
              <dgm:constr type="h" for="ch" forName="Accent3" refType="h" fact="0.806"/>
              <dgm:constr type="l" for="ch" forName="ParentBackground3" refType="w" fact="0.1986"/>
              <dgm:constr type="t" for="ch" forName="ParentBackground3" refType="h" fact="0.1262"/>
              <dgm:constr type="w" for="ch" forName="ParentBackground3" refType="w" fact="0.081"/>
              <dgm:constr type="h" for="ch" forName="ParentBackground3" refType="h" fact="0.5319"/>
              <dgm:constr type="l" for="ch" forName="Child3" refType="w" fact="0.1986"/>
              <dgm:constr type="t" for="ch" forName="Child3" refType="h" fact="0.6876"/>
              <dgm:constr type="w" for="ch" forName="Child3" refType="w" fact="0.081"/>
              <dgm:constr type="h" for="ch" forName="Child3" refType="h" fact="0.3124"/>
              <dgm:constr type="l" for="ch" forName="Accent2" refType="w" fact="0.088"/>
              <dgm:constr type="t" for="ch" forName="Accent2" refType="h" fact="-0.0109"/>
              <dgm:constr type="w" for="ch" forName="Accent2" refType="w" fact="0.1228"/>
              <dgm:constr type="h" for="ch" forName="Accent2" refType="h" fact="0.806"/>
              <dgm:constr type="l" for="ch" forName="ParentBackground2" refType="w" fact="0.1089"/>
              <dgm:constr type="t" for="ch" forName="ParentBackground2" refType="h" fact="0.1262"/>
              <dgm:constr type="w" for="ch" forName="ParentBackground2" refType="w" fact="0.081"/>
              <dgm:constr type="h" for="ch" forName="ParentBackground2" refType="h" fact="0.5319"/>
              <dgm:constr type="l" for="ch" forName="Child2" refType="w" fact="0.1089"/>
              <dgm:constr type="t" for="ch" forName="Child2" refType="h" fact="0.6876"/>
              <dgm:constr type="w" for="ch" forName="Child2" refType="w" fact="0.081"/>
              <dgm:constr type="h" for="ch" forName="Child2" refType="h" fact="0.3124"/>
              <dgm:constr type="l" for="ch" forName="Accent1" refType="w" fact="-0.0017"/>
              <dgm:constr type="t" for="ch" forName="Accent1" refType="h" fact="-0.0109"/>
              <dgm:constr type="w" for="ch" forName="Accent1" refType="w" fact="0.1228"/>
              <dgm:constr type="h" for="ch" forName="Accent1" refType="h" fact="0.806"/>
              <dgm:constr type="l" for="ch" forName="ParentBackground1" refType="w" fact="0.0192"/>
              <dgm:constr type="t" for="ch" forName="ParentBackground1" refType="h" fact="0.1262"/>
              <dgm:constr type="w" for="ch" forName="ParentBackground1" refType="w" fact="0.081"/>
              <dgm:constr type="h" for="ch" forName="ParentBackground1" refType="h" fact="0.5319"/>
              <dgm:constr type="l" for="ch" forName="Child1" refType="w" fact="0.0192"/>
              <dgm:constr type="t" for="ch" forName="Child1" refType="h" fact="0.6876"/>
              <dgm:constr type="w" for="ch" forName="Child1" refType="w" fact="0.081"/>
              <dgm:constr type="h" for="ch" forName="Child1" refType="h" fact="0.3124"/>
            </dgm:constrLst>
          </dgm:else>
        </dgm:choose>
      </dgm:if>
      <dgm:else name="Name15">
        <dgm:choose name="Name16">
          <dgm:if name="Name17" axis="ch" ptType="node" func="cnt" op="equ" val="1">
            <dgm:alg type="composite">
              <dgm:param type="ar" val="0.638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l" for="ch" forName="Parent1" refType="w" fact="0.1667"/>
              <dgm:constr type="t" for="ch" forName="Parent1" refType="h" fact="0.1064"/>
              <dgm:constr type="w" for="ch" forName="Parent1" refType="w" fact="0.6667"/>
              <dgm:constr type="h" for="ch" forName="Parent1" refType="h" fact="0.4255"/>
              <dgm:constr type="l" for="ch" forName="Accent1" refType="w" fact="0"/>
              <dgm:constr type="t" for="ch" forName="Accent1" refType="h" fact="0"/>
              <dgm:constr type="w" for="ch" forName="Accent1" refType="w"/>
              <dgm:constr type="h" for="ch" forName="Accent1" refType="h" fact="0.6383"/>
              <dgm:constr type="l" for="ch" forName="ParentBackground1" refType="w" fact="0.0333"/>
              <dgm:constr type="t" for="ch" forName="ParentBackground1" refType="h" fact="0.0213"/>
              <dgm:constr type="w" for="ch" forName="ParentBackground1" refType="w" fact="0.9333"/>
              <dgm:constr type="h" for="ch" forName="ParentBackground1" refType="h" fact="0.5957"/>
              <dgm:constr type="l" for="ch" forName="Child1" refType="w" fact="0.0333"/>
              <dgm:constr type="t" for="ch" forName="Child1" refType="h" fact="0.6574"/>
              <dgm:constr type="w" for="ch" forName="Child1" refType="w" fact="0.9333"/>
              <dgm:constr type="h" for="ch" forName="Child1" refType="h" fact="0.3426"/>
            </dgm:constrLst>
          </dgm:if>
          <dgm:if name="Name18" axis="ch" ptType="node" func="cnt" op="equ" val="2">
            <dgm:alg type="composite">
              <dgm:param type="ar" val="1.265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Parent2" refType="primFontSz" refFor="des" refForName="Parent1" op="equ"/>
              <dgm:constr type="primFontSz" for="des" forName="Child2" refType="primFontSz" refFor="des" refForName="Child1" op="equ"/>
              <dgm:constr type="r" for="ch" forName="Parent2" refType="w" fact="0.3751"/>
              <dgm:constr type="t" for="ch" forName="Parent2" refType="h" fact="0.2022"/>
              <dgm:constr type="w" for="ch" forName="Parent2" refType="w" fact="0.3001"/>
              <dgm:constr type="h" for="ch" forName="Parent2" refType="h" fact="0.3799"/>
              <dgm:constr type="r" for="ch" forName="Parent1" refType="w" fact="0.8403"/>
              <dgm:constr type="t" for="ch" forName="Parent1" refType="h" fact="0.2022"/>
              <dgm:constr type="w" for="ch" forName="Parent1" refType="w" fact="0.3001"/>
              <dgm:constr type="h" for="ch" forName="Parent1" refType="h" fact="0.3799"/>
              <dgm:constr type="r" for="ch" forName="Accent2" refType="w" fact="0.4502"/>
              <dgm:constr type="t" for="ch" forName="Accent2" refType="h" fact="0.1072"/>
              <dgm:constr type="w" for="ch" forName="Accent2" refType="w" fact="0.4502"/>
              <dgm:constr type="h" for="ch" forName="Accent2" refType="h" fact="0.5699"/>
              <dgm:constr type="r" for="ch" forName="ParentBackground2" refType="w" fact="0.4352"/>
              <dgm:constr type="t" for="ch" forName="ParentBackground2" refType="h" fact="0.1262"/>
              <dgm:constr type="w" for="ch" forName="ParentBackground2" refType="w" fact="0.4201"/>
              <dgm:constr type="h" for="ch" forName="ParentBackground2" refType="h" fact="0.5319"/>
              <dgm:constr type="r" for="ch" forName="Child2" refType="w" fact="0.4352"/>
              <dgm:constr type="t" for="ch" forName="Child2" refType="h" fact="0.6876"/>
              <dgm:constr type="w" for="ch" forName="Child2" refType="w" fact="0.4201"/>
              <dgm:constr type="h" for="ch" forName="Child2" refType="h" fact="0.3124"/>
              <dgm:constr type="r" for="ch" forName="Accent1" refType="w" fact="1.0086"/>
              <dgm:constr type="t" for="ch" forName="Accent1" refType="h" fact="-0.0109"/>
              <dgm:constr type="w" for="ch" forName="Accent1" refType="w" fact="0.6367"/>
              <dgm:constr type="h" for="ch" forName="Accent1" refType="h" fact="0.806"/>
              <dgm:constr type="r" for="ch" forName="ParentBackground1" refType="w" fact="0.9003"/>
              <dgm:constr type="t" for="ch" forName="ParentBackground1" refType="h" fact="0.1262"/>
              <dgm:constr type="w" for="ch" forName="ParentBackground1" refType="w" fact="0.4201"/>
              <dgm:constr type="h" for="ch" forName="ParentBackground1" refType="h" fact="0.5319"/>
              <dgm:constr type="r" for="ch" forName="Child1" refType="w" fact="0.9003"/>
              <dgm:constr type="t" for="ch" forName="Child1" refType="h" fact="0.6876"/>
              <dgm:constr type="w" for="ch" forName="Child1" refType="w" fact="0.4201"/>
              <dgm:constr type="h" for="ch" forName="Child1" refType="h" fact="0.3124"/>
            </dgm:constrLst>
          </dgm:if>
          <dgm:if name="Name19" axis="ch" ptType="node" func="cnt" op="equ" val="3">
            <dgm:alg type="composite">
              <dgm:param type="ar" val="1.854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r" for="ch" forName="Parent3" refType="w" fact="0.256"/>
              <dgm:constr type="t" for="ch" forName="Parent3" refType="h" fact="0.2022"/>
              <dgm:constr type="w" for="ch" forName="Parent3" refType="w" fact="0.2048"/>
              <dgm:constr type="h" for="ch" forName="Parent3" refType="h" fact="0.3799"/>
              <dgm:constr type="r" for="ch" forName="Parent2" refType="w" fact="0.5735"/>
              <dgm:constr type="t" for="ch" forName="Parent2" refType="h" fact="0.2022"/>
              <dgm:constr type="w" for="ch" forName="Parent2" refType="w" fact="0.2048"/>
              <dgm:constr type="h" for="ch" forName="Parent2" refType="h" fact="0.3799"/>
              <dgm:constr type="r" for="ch" forName="Parent1" refType="w" fact="0.891"/>
              <dgm:constr type="t" for="ch" forName="Parent1" refType="h" fact="0.2022"/>
              <dgm:constr type="w" for="ch" forName="Parent1" refType="w" fact="0.2048"/>
              <dgm:constr type="h" for="ch" forName="Parent1" refType="h" fact="0.3799"/>
              <dgm:constr type="r" for="ch" forName="Accent3" refType="w" fact="0.3072"/>
              <dgm:constr type="t" for="ch" forName="Accent3" refType="h" fact="0.1072"/>
              <dgm:constr type="w" for="ch" forName="Accent3" refType="w" fact="0.3072"/>
              <dgm:constr type="h" for="ch" forName="Accent3" refType="h" fact="0.5699"/>
              <dgm:constr type="r" for="ch" forName="ParentBackground3" refType="w" fact="0.297"/>
              <dgm:constr type="t" for="ch" forName="ParentBackground3" refType="h" fact="0.1262"/>
              <dgm:constr type="w" for="ch" forName="ParentBackground3" refType="w" fact="0.2868"/>
              <dgm:constr type="h" for="ch" forName="ParentBackground3" refType="h" fact="0.5319"/>
              <dgm:constr type="r" for="ch" forName="Child3" refType="w" fact="0.297"/>
              <dgm:constr type="t" for="ch" forName="Child3" refType="h" fact="0.6876"/>
              <dgm:constr type="w" for="ch" forName="Child3" refType="w" fact="0.2868"/>
              <dgm:constr type="h" for="ch" forName="Child3" refType="h" fact="0.3124"/>
              <dgm:constr type="r" for="ch" forName="Accent2" refType="w" fact="0.6878"/>
              <dgm:constr type="t" for="ch" forName="Accent2" refType="h" fact="-0.0109"/>
              <dgm:constr type="w" for="ch" forName="Accent2" refType="w" fact="0.4334"/>
              <dgm:constr type="h" for="ch" forName="Accent2" refType="h" fact="0.806"/>
              <dgm:constr type="r" for="ch" forName="ParentBackground2" refType="w" fact="0.6145"/>
              <dgm:constr type="t" for="ch" forName="ParentBackground2" refType="h" fact="0.1262"/>
              <dgm:constr type="w" for="ch" forName="ParentBackground2" refType="w" fact="0.2868"/>
              <dgm:constr type="h" for="ch" forName="ParentBackground2" refType="h" fact="0.5319"/>
              <dgm:constr type="r" for="ch" forName="Child2" refType="w" fact="0.6145"/>
              <dgm:constr type="t" for="ch" forName="Child2" refType="h" fact="0.6876"/>
              <dgm:constr type="w" for="ch" forName="Child2" refType="w" fact="0.2868"/>
              <dgm:constr type="h" for="ch" forName="Child2" refType="h" fact="0.3124"/>
              <dgm:constr type="r" for="ch" forName="Accent1" refType="w" fact="1.0053"/>
              <dgm:constr type="t" for="ch" forName="Accent1" refType="h" fact="-0.0109"/>
              <dgm:constr type="w" for="ch" forName="Accent1" refType="w" fact="0.4334"/>
              <dgm:constr type="h" for="ch" forName="Accent1" refType="h" fact="0.806"/>
              <dgm:constr type="r" for="ch" forName="ParentBackground1" refType="w" fact="0.932"/>
              <dgm:constr type="t" for="ch" forName="ParentBackground1" refType="h" fact="0.1262"/>
              <dgm:constr type="w" for="ch" forName="ParentBackground1" refType="w" fact="0.2868"/>
              <dgm:constr type="h" for="ch" forName="ParentBackground1" refType="h" fact="0.5319"/>
              <dgm:constr type="r" for="ch" forName="Child1" refType="w" fact="0.932"/>
              <dgm:constr type="t" for="ch" forName="Child1" refType="h" fact="0.6876"/>
              <dgm:constr type="w" for="ch" forName="Child1" refType="w" fact="0.2868"/>
              <dgm:constr type="h" for="ch" forName="Child1" refType="h" fact="0.3124"/>
            </dgm:constrLst>
          </dgm:if>
          <dgm:if name="Name20" axis="ch" ptType="node" func="cnt" op="equ" val="4">
            <dgm:alg type="composite">
              <dgm:param type="ar" val="2.4437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r" for="ch" forName="Parent4" refType="w" fact="0.1943"/>
              <dgm:constr type="t" for="ch" forName="Parent4" refType="h" fact="0.2022"/>
              <dgm:constr type="w" for="ch" forName="Parent4" refType="w" fact="0.1555"/>
              <dgm:constr type="h" for="ch" forName="Parent4" refType="h" fact="0.3799"/>
              <dgm:constr type="r" for="ch" forName="Parent3" refType="w" fact="0.4353"/>
              <dgm:constr type="t" for="ch" forName="Parent3" refType="h" fact="0.2022"/>
              <dgm:constr type="w" for="ch" forName="Parent3" refType="w" fact="0.1555"/>
              <dgm:constr type="h" for="ch" forName="Parent3" refType="h" fact="0.3799"/>
              <dgm:constr type="r" for="ch" forName="Parent2" refType="w" fact="0.6763"/>
              <dgm:constr type="t" for="ch" forName="Parent2" refType="h" fact="0.2022"/>
              <dgm:constr type="w" for="ch" forName="Parent2" refType="w" fact="0.1555"/>
              <dgm:constr type="h" for="ch" forName="Parent2" refType="h" fact="0.3799"/>
              <dgm:constr type="r" for="ch" forName="Parent1" refType="w" fact="0.9173"/>
              <dgm:constr type="t" for="ch" forName="Parent1" refType="h" fact="0.2022"/>
              <dgm:constr type="w" for="ch" forName="Parent1" refType="w" fact="0.1555"/>
              <dgm:constr type="h" for="ch" forName="Parent1" refType="h" fact="0.3799"/>
              <dgm:constr type="r" for="ch" forName="Accent4" refType="w" fact="0.2332"/>
              <dgm:constr type="t" for="ch" forName="Accent4" refType="h" fact="0.1072"/>
              <dgm:constr type="w" for="ch" forName="Accent4" refType="w" fact="0.2332"/>
              <dgm:constr type="h" for="ch" forName="Accent4" refType="h" fact="0.5699"/>
              <dgm:constr type="r" for="ch" forName="ParentBackground4" refType="w" fact="0.2254"/>
              <dgm:constr type="t" for="ch" forName="ParentBackground4" refType="h" fact="0.1262"/>
              <dgm:constr type="w" for="ch" forName="ParentBackground4" refType="w" fact="0.2177"/>
              <dgm:constr type="h" for="ch" forName="ParentBackground4" refType="h" fact="0.5319"/>
              <dgm:constr type="r" for="ch" forName="Child4" refType="w" fact="0.2254"/>
              <dgm:constr type="t" for="ch" forName="Child4" refType="h" fact="0.6876"/>
              <dgm:constr type="w" for="ch" forName="Child4" refType="w" fact="0.2177"/>
              <dgm:constr type="h" for="ch" forName="Child4" refType="h" fact="0.3124"/>
              <dgm:constr type="r" for="ch" forName="Accent3" refType="w" fact="0.5235"/>
              <dgm:constr type="t" for="ch" forName="Accent3" refType="h" fact="-0.0109"/>
              <dgm:constr type="w" for="ch" forName="Accent3" refType="w" fact="0.3298"/>
              <dgm:constr type="h" for="ch" forName="Accent3" refType="h" fact="0.806"/>
              <dgm:constr type="r" for="ch" forName="ParentBackground3" refType="w" fact="0.4664"/>
              <dgm:constr type="t" for="ch" forName="ParentBackground3" refType="h" fact="0.1262"/>
              <dgm:constr type="w" for="ch" forName="ParentBackground3" refType="w" fact="0.2177"/>
              <dgm:constr type="h" for="ch" forName="ParentBackground3" refType="h" fact="0.5319"/>
              <dgm:constr type="r" for="ch" forName="Child3" refType="w" fact="0.4664"/>
              <dgm:constr type="t" for="ch" forName="Child3" refType="h" fact="0.6876"/>
              <dgm:constr type="w" for="ch" forName="Child3" refType="w" fact="0.2177"/>
              <dgm:constr type="h" for="ch" forName="Child3" refType="h" fact="0.3124"/>
              <dgm:constr type="r" for="ch" forName="Accent2" refType="w" fact="0.7635"/>
              <dgm:constr type="t" for="ch" forName="Accent2" refType="h" fact="-0.0109"/>
              <dgm:constr type="w" for="ch" forName="Accent2" refType="w" fact="0.3298"/>
              <dgm:constr type="h" for="ch" forName="Accent2" refType="h" fact="0.806"/>
              <dgm:constr type="r" for="ch" forName="ParentBackground2" refType="w" fact="0.7074"/>
              <dgm:constr type="t" for="ch" forName="ParentBackground2" refType="h" fact="0.1262"/>
              <dgm:constr type="w" for="ch" forName="ParentBackground2" refType="w" fact="0.2177"/>
              <dgm:constr type="h" for="ch" forName="ParentBackground2" refType="h" fact="0.5319"/>
              <dgm:constr type="r" for="ch" forName="Child2" refType="w" fact="0.7074"/>
              <dgm:constr type="t" for="ch" forName="Child2" refType="h" fact="0.6876"/>
              <dgm:constr type="w" for="ch" forName="Child2" refType="w" fact="0.2177"/>
              <dgm:constr type="h" for="ch" forName="Child2" refType="h" fact="0.3124"/>
              <dgm:constr type="r" for="ch" forName="Accent1" refType="w" fact="1.0045"/>
              <dgm:constr type="t" for="ch" forName="Accent1" refType="h" fact="-0.0109"/>
              <dgm:constr type="w" for="ch" forName="Accent1" refType="w" fact="0.3298"/>
              <dgm:constr type="h" for="ch" forName="Accent1" refType="h" fact="0.806"/>
              <dgm:constr type="r" for="ch" forName="ParentBackground1" refType="w" fact="0.9484"/>
              <dgm:constr type="t" for="ch" forName="ParentBackground1" refType="h" fact="0.1262"/>
              <dgm:constr type="w" for="ch" forName="ParentBackground1" refType="w" fact="0.2177"/>
              <dgm:constr type="h" for="ch" forName="ParentBackground1" refType="h" fact="0.5319"/>
              <dgm:constr type="r" for="ch" forName="Child1" refType="w" fact="0.9484"/>
              <dgm:constr type="t" for="ch" forName="Child1" refType="h" fact="0.6876"/>
              <dgm:constr type="w" for="ch" forName="Child1" refType="w" fact="0.2177"/>
              <dgm:constr type="h" for="ch" forName="Child1" refType="h" fact="0.3124"/>
            </dgm:constrLst>
          </dgm:if>
          <dgm:if name="Name21" axis="ch" ptType="node" func="cnt" op="equ" val="5">
            <dgm:alg type="composite">
              <dgm:param type="ar" val="3.0325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r" for="ch" forName="Parent5" refType="w" fact="0.1566"/>
              <dgm:constr type="t" for="ch" forName="Parent5" refType="h" fact="0.2022"/>
              <dgm:constr type="w" for="ch" forName="Parent5" refType="w" fact="0.1253"/>
              <dgm:constr type="h" for="ch" forName="Parent5" refType="h" fact="0.3799"/>
              <dgm:constr type="r" for="ch" forName="Parent4" refType="w" fact="0.3508"/>
              <dgm:constr type="t" for="ch" forName="Parent4" refType="h" fact="0.2022"/>
              <dgm:constr type="w" for="ch" forName="Parent4" refType="w" fact="0.1253"/>
              <dgm:constr type="h" for="ch" forName="Parent4" refType="h" fact="0.3799"/>
              <dgm:constr type="r" for="ch" forName="Parent3" refType="w" fact="0.545"/>
              <dgm:constr type="t" for="ch" forName="Parent3" refType="h" fact="0.2022"/>
              <dgm:constr type="w" for="ch" forName="Parent3" refType="w" fact="0.1253"/>
              <dgm:constr type="h" for="ch" forName="Parent3" refType="h" fact="0.3799"/>
              <dgm:constr type="r" for="ch" forName="Parent2" refType="w" fact="0.7391"/>
              <dgm:constr type="t" for="ch" forName="Parent2" refType="h" fact="0.2022"/>
              <dgm:constr type="w" for="ch" forName="Parent2" refType="w" fact="0.1253"/>
              <dgm:constr type="h" for="ch" forName="Parent2" refType="h" fact="0.3799"/>
              <dgm:constr type="r" for="ch" forName="Parent1" refType="w" fact="0.9333"/>
              <dgm:constr type="t" for="ch" forName="Parent1" refType="h" fact="0.2022"/>
              <dgm:constr type="w" for="ch" forName="Parent1" refType="w" fact="0.1253"/>
              <dgm:constr type="h" for="ch" forName="Parent1" refType="h" fact="0.3799"/>
              <dgm:constr type="r" for="ch" forName="Accent5" refType="w" fact="0.1879"/>
              <dgm:constr type="t" for="ch" forName="Accent5" refType="h" fact="0.1072"/>
              <dgm:constr type="w" for="ch" forName="Accent5" refType="w" fact="0.1879"/>
              <dgm:constr type="h" for="ch" forName="Accent5" refType="h" fact="0.5699"/>
              <dgm:constr type="r" for="ch" forName="ParentBackground5" refType="w" fact="0.1817"/>
              <dgm:constr type="t" for="ch" forName="ParentBackground5" refType="h" fact="0.1262"/>
              <dgm:constr type="w" for="ch" forName="ParentBackground5" refType="w" fact="0.1754"/>
              <dgm:constr type="h" for="ch" forName="ParentBackground5" refType="h" fact="0.5319"/>
              <dgm:constr type="r" for="ch" forName="Child5" refType="w" fact="0.1817"/>
              <dgm:constr type="t" for="ch" forName="Child5" refType="h" fact="0.6876"/>
              <dgm:constr type="w" for="ch" forName="Child5" refType="w" fact="0.1754"/>
              <dgm:constr type="h" for="ch" forName="Child5" refType="h" fact="0.3124"/>
              <dgm:constr type="r" for="ch" forName="Accent4" refType="w" fact="0.4211"/>
              <dgm:constr type="t" for="ch" forName="Accent4" refType="h" fact="-0.0109"/>
              <dgm:constr type="w" for="ch" forName="Accent4" refType="w" fact="0.2657"/>
              <dgm:constr type="h" for="ch" forName="Accent4" refType="h" fact="0.806"/>
              <dgm:constr type="r" for="ch" forName="ParentBackground4" refType="w" fact="0.3758"/>
              <dgm:constr type="t" for="ch" forName="ParentBackground4" refType="h" fact="0.1262"/>
              <dgm:constr type="w" for="ch" forName="ParentBackground4" refType="w" fact="0.1754"/>
              <dgm:constr type="h" for="ch" forName="ParentBackground4" refType="h" fact="0.5319"/>
              <dgm:constr type="r" for="ch" forName="Child4" refType="w" fact="0.3758"/>
              <dgm:constr type="t" for="ch" forName="Child4" refType="h" fact="0.6876"/>
              <dgm:constr type="w" for="ch" forName="Child4" refType="w" fact="0.1754"/>
              <dgm:constr type="h" for="ch" forName="Child4" refType="h" fact="0.3124"/>
              <dgm:constr type="r" for="ch" forName="Accent3" refType="w" fact="0.6152"/>
              <dgm:constr type="t" for="ch" forName="Accent3" refType="h" fact="-0.0109"/>
              <dgm:constr type="w" for="ch" forName="Accent3" refType="w" fact="0.2657"/>
              <dgm:constr type="h" for="ch" forName="Accent3" refType="h" fact="0.806"/>
              <dgm:constr type="r" for="ch" forName="ParentBackground3" refType="w" fact="0.57"/>
              <dgm:constr type="t" for="ch" forName="ParentBackground3" refType="h" fact="0.1262"/>
              <dgm:constr type="w" for="ch" forName="ParentBackground3" refType="w" fact="0.1754"/>
              <dgm:constr type="h" for="ch" forName="ParentBackground3" refType="h" fact="0.5319"/>
              <dgm:constr type="r" for="ch" forName="Child3" refType="w" fact="0.57"/>
              <dgm:constr type="t" for="ch" forName="Child3" refType="h" fact="0.6876"/>
              <dgm:constr type="w" for="ch" forName="Child3" refType="w" fact="0.1754"/>
              <dgm:constr type="h" for="ch" forName="Child3" refType="h" fact="0.3124"/>
              <dgm:constr type="r" for="ch" forName="Accent2" refType="w" fact="0.8094"/>
              <dgm:constr type="t" for="ch" forName="Accent2" refType="h" fact="-0.0109"/>
              <dgm:constr type="w" for="ch" forName="Accent2" refType="w" fact="0.2657"/>
              <dgm:constr type="h" for="ch" forName="Accent2" refType="h" fact="0.806"/>
              <dgm:constr type="r" for="ch" forName="ParentBackground2" refType="w" fact="0.7642"/>
              <dgm:constr type="t" for="ch" forName="ParentBackground2" refType="h" fact="0.1262"/>
              <dgm:constr type="w" for="ch" forName="ParentBackground2" refType="w" fact="0.1754"/>
              <dgm:constr type="h" for="ch" forName="ParentBackground2" refType="h" fact="0.5319"/>
              <dgm:constr type="r" for="ch" forName="Child2" refType="w" fact="0.7642"/>
              <dgm:constr type="t" for="ch" forName="Child2" refType="h" fact="0.6876"/>
              <dgm:constr type="w" for="ch" forName="Child2" refType="w" fact="0.1754"/>
              <dgm:constr type="h" for="ch" forName="Child2" refType="h" fact="0.3124"/>
              <dgm:constr type="r" for="ch" forName="Accent1" refType="w" fact="1.0036"/>
              <dgm:constr type="t" for="ch" forName="Accent1" refType="h" fact="-0.0109"/>
              <dgm:constr type="w" for="ch" forName="Accent1" refType="w" fact="0.2657"/>
              <dgm:constr type="h" for="ch" forName="Accent1" refType="h" fact="0.806"/>
              <dgm:constr type="r" for="ch" forName="ParentBackground1" refType="w" fact="0.9584"/>
              <dgm:constr type="t" for="ch" forName="ParentBackground1" refType="h" fact="0.1262"/>
              <dgm:constr type="w" for="ch" forName="ParentBackground1" refType="w" fact="0.1754"/>
              <dgm:constr type="h" for="ch" forName="ParentBackground1" refType="h" fact="0.5319"/>
              <dgm:constr type="r" for="ch" forName="Child1" refType="w" fact="0.9584"/>
              <dgm:constr type="t" for="ch" forName="Child1" refType="h" fact="0.6876"/>
              <dgm:constr type="w" for="ch" forName="Child1" refType="w" fact="0.1754"/>
              <dgm:constr type="h" for="ch" forName="Child1" refType="h" fact="0.3124"/>
            </dgm:constrLst>
          </dgm:if>
          <dgm:if name="Name22" axis="ch" ptType="node" func="cnt" op="equ" val="6">
            <dgm:alg type="composite">
              <dgm:param type="ar" val="3.6214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r" for="ch" forName="Parent6" refType="w" fact="0.1311"/>
              <dgm:constr type="t" for="ch" forName="Parent6" refType="h" fact="0.2022"/>
              <dgm:constr type="w" for="ch" forName="Parent6" refType="w" fact="0.1049"/>
              <dgm:constr type="h" for="ch" forName="Parent6" refType="h" fact="0.3799"/>
              <dgm:constr type="r" for="ch" forName="Parent5" refType="w" fact="0.2937"/>
              <dgm:constr type="t" for="ch" forName="Parent5" refType="h" fact="0.2022"/>
              <dgm:constr type="w" for="ch" forName="Parent5" refType="w" fact="0.1049"/>
              <dgm:constr type="h" for="ch" forName="Parent5" refType="h" fact="0.3799"/>
              <dgm:constr type="r" for="ch" forName="Parent4" refType="w" fact="0.4563"/>
              <dgm:constr type="t" for="ch" forName="Parent4" refType="h" fact="0.2022"/>
              <dgm:constr type="w" for="ch" forName="Parent4" refType="w" fact="0.1049"/>
              <dgm:constr type="h" for="ch" forName="Parent4" refType="h" fact="0.3799"/>
              <dgm:constr type="r" for="ch" forName="Parent3" refType="w" fact="0.619"/>
              <dgm:constr type="t" for="ch" forName="Parent3" refType="h" fact="0.2022"/>
              <dgm:constr type="w" for="ch" forName="Parent3" refType="w" fact="0.1049"/>
              <dgm:constr type="h" for="ch" forName="Parent3" refType="h" fact="0.3799"/>
              <dgm:constr type="r" for="ch" forName="Parent2" refType="w" fact="0.7816"/>
              <dgm:constr type="t" for="ch" forName="Parent2" refType="h" fact="0.2022"/>
              <dgm:constr type="w" for="ch" forName="Parent2" refType="w" fact="0.1049"/>
              <dgm:constr type="h" for="ch" forName="Parent2" refType="h" fact="0.3799"/>
              <dgm:constr type="r" for="ch" forName="Parent1" refType="w" fact="0.9442"/>
              <dgm:constr type="t" for="ch" forName="Parent1" refType="h" fact="0.2022"/>
              <dgm:constr type="w" for="ch" forName="Parent1" refType="w" fact="0.1049"/>
              <dgm:constr type="h" for="ch" forName="Parent1" refType="h" fact="0.3799"/>
              <dgm:constr type="r" for="ch" forName="Accent6" refType="w" fact="0.1574"/>
              <dgm:constr type="t" for="ch" forName="Accent6" refType="h" fact="0.1072"/>
              <dgm:constr type="w" for="ch" forName="Accent6" refType="w" fact="0.1574"/>
              <dgm:constr type="h" for="ch" forName="Accent6" refType="h" fact="0.5699"/>
              <dgm:constr type="r" for="ch" forName="ParentBackground6" refType="w" fact="0.1521"/>
              <dgm:constr type="t" for="ch" forName="ParentBackground6" refType="h" fact="0.1262"/>
              <dgm:constr type="w" for="ch" forName="ParentBackground6" refType="w" fact="0.1469"/>
              <dgm:constr type="h" for="ch" forName="ParentBackground6" refType="h" fact="0.5319"/>
              <dgm:constr type="r" for="ch" forName="Child6" refType="w" fact="0.1521"/>
              <dgm:constr type="t" for="ch" forName="Child6" refType="h" fact="0.6876"/>
              <dgm:constr type="w" for="ch" forName="Child6" refType="w" fact="0.1469"/>
              <dgm:constr type="h" for="ch" forName="Child6" refType="h" fact="0.3124"/>
              <dgm:constr type="r" for="ch" forName="Accent5" refType="w" fact="0.3526"/>
              <dgm:constr type="t" for="ch" forName="Accent5" refType="h" fact="-0.0109"/>
              <dgm:constr type="w" for="ch" forName="Accent5" refType="w" fact="0.2226"/>
              <dgm:constr type="h" for="ch" forName="Accent5" refType="h" fact="0.806"/>
              <dgm:constr type="r" for="ch" forName="ParentBackground5" refType="w" fact="0.3147"/>
              <dgm:constr type="t" for="ch" forName="ParentBackground5" refType="h" fact="0.1262"/>
              <dgm:constr type="w" for="ch" forName="ParentBackground5" refType="w" fact="0.1469"/>
              <dgm:constr type="h" for="ch" forName="ParentBackground5" refType="h" fact="0.5319"/>
              <dgm:constr type="r" for="ch" forName="Child5" refType="w" fact="0.3147"/>
              <dgm:constr type="t" for="ch" forName="Child5" refType="h" fact="0.6876"/>
              <dgm:constr type="w" for="ch" forName="Child5" refType="w" fact="0.1469"/>
              <dgm:constr type="h" for="ch" forName="Child5" refType="h" fact="0.3124"/>
              <dgm:constr type="r" for="ch" forName="Accent4" refType="w" fact="0.5152"/>
              <dgm:constr type="t" for="ch" forName="Accent4" refType="h" fact="-0.0109"/>
              <dgm:constr type="w" for="ch" forName="Accent4" refType="w" fact="0.2226"/>
              <dgm:constr type="h" for="ch" forName="Accent4" refType="h" fact="0.806"/>
              <dgm:constr type="r" for="ch" forName="ParentBackground4" refType="w" fact="0.4773"/>
              <dgm:constr type="t" for="ch" forName="ParentBackground4" refType="h" fact="0.1262"/>
              <dgm:constr type="w" for="ch" forName="ParentBackground4" refType="w" fact="0.1469"/>
              <dgm:constr type="h" for="ch" forName="ParentBackground4" refType="h" fact="0.5319"/>
              <dgm:constr type="r" for="ch" forName="Child4" refType="w" fact="0.4773"/>
              <dgm:constr type="t" for="ch" forName="Child4" refType="h" fact="0.6876"/>
              <dgm:constr type="w" for="ch" forName="Child4" refType="w" fact="0.1469"/>
              <dgm:constr type="h" for="ch" forName="Child4" refType="h" fact="0.3124"/>
              <dgm:constr type="r" for="ch" forName="Accent3" refType="w" fact="0.6778"/>
              <dgm:constr type="t" for="ch" forName="Accent3" refType="h" fact="-0.0109"/>
              <dgm:constr type="w" for="ch" forName="Accent3" refType="w" fact="0.2226"/>
              <dgm:constr type="h" for="ch" forName="Accent3" refType="h" fact="0.806"/>
              <dgm:constr type="r" for="ch" forName="ParentBackground3" refType="w" fact="0.6399"/>
              <dgm:constr type="t" for="ch" forName="ParentBackground3" refType="h" fact="0.1262"/>
              <dgm:constr type="w" for="ch" forName="ParentBackground3" refType="w" fact="0.1469"/>
              <dgm:constr type="h" for="ch" forName="ParentBackground3" refType="h" fact="0.5319"/>
              <dgm:constr type="r" for="ch" forName="Child3" refType="w" fact="0.6399"/>
              <dgm:constr type="t" for="ch" forName="Child3" refType="h" fact="0.6876"/>
              <dgm:constr type="w" for="ch" forName="Child3" refType="w" fact="0.1469"/>
              <dgm:constr type="h" for="ch" forName="Child3" refType="h" fact="0.3124"/>
              <dgm:constr type="r" for="ch" forName="Accent2" refType="w" fact="0.8404"/>
              <dgm:constr type="t" for="ch" forName="Accent2" refType="h" fact="-0.0109"/>
              <dgm:constr type="w" for="ch" forName="Accent2" refType="w" fact="0.2226"/>
              <dgm:constr type="h" for="ch" forName="Accent2" refType="h" fact="0.806"/>
              <dgm:constr type="r" for="ch" forName="ParentBackground2" refType="w" fact="0.8025"/>
              <dgm:constr type="t" for="ch" forName="ParentBackground2" refType="h" fact="0.1262"/>
              <dgm:constr type="w" for="ch" forName="ParentBackground2" refType="w" fact="0.1469"/>
              <dgm:constr type="h" for="ch" forName="ParentBackground2" refType="h" fact="0.5319"/>
              <dgm:constr type="r" for="ch" forName="Child2" refType="w" fact="0.8025"/>
              <dgm:constr type="t" for="ch" forName="Child2" refType="h" fact="0.6876"/>
              <dgm:constr type="w" for="ch" forName="Child2" refType="w" fact="0.1469"/>
              <dgm:constr type="h" for="ch" forName="Child2" refType="h" fact="0.3124"/>
              <dgm:constr type="r" for="ch" forName="Accent1" refType="w" fact="1.003"/>
              <dgm:constr type="t" for="ch" forName="Accent1" refType="h" fact="-0.0109"/>
              <dgm:constr type="w" for="ch" forName="Accent1" refType="w" fact="0.2226"/>
              <dgm:constr type="h" for="ch" forName="Accent1" refType="h" fact="0.806"/>
              <dgm:constr type="r" for="ch" forName="ParentBackground1" refType="w" fact="0.9652"/>
              <dgm:constr type="t" for="ch" forName="ParentBackground1" refType="h" fact="0.1262"/>
              <dgm:constr type="w" for="ch" forName="ParentBackground1" refType="w" fact="0.1469"/>
              <dgm:constr type="h" for="ch" forName="ParentBackground1" refType="h" fact="0.5319"/>
              <dgm:constr type="r" for="ch" forName="Child1" refType="w" fact="0.9652"/>
              <dgm:constr type="t" for="ch" forName="Child1" refType="h" fact="0.6876"/>
              <dgm:constr type="w" for="ch" forName="Child1" refType="w" fact="0.1469"/>
              <dgm:constr type="h" for="ch" forName="Child1" refType="h" fact="0.3124"/>
            </dgm:constrLst>
          </dgm:if>
          <dgm:if name="Name23" axis="ch" ptType="node" func="cnt" op="equ" val="7">
            <dgm:alg type="composite">
              <dgm:param type="ar" val="4.210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r" for="ch" forName="Parent7" refType="w" fact="0.1128"/>
              <dgm:constr type="t" for="ch" forName="Parent7" refType="h" fact="0.2022"/>
              <dgm:constr type="w" for="ch" forName="Parent7" refType="w" fact="0.0902"/>
              <dgm:constr type="h" for="ch" forName="Parent7" refType="h" fact="0.3799"/>
              <dgm:constr type="r" for="ch" forName="Parent6" refType="w" fact="0.2527"/>
              <dgm:constr type="t" for="ch" forName="Parent6" refType="h" fact="0.2022"/>
              <dgm:constr type="w" for="ch" forName="Parent6" refType="w" fact="0.0902"/>
              <dgm:constr type="h" for="ch" forName="Parent6" refType="h" fact="0.3799"/>
              <dgm:constr type="r" for="ch" forName="Parent5" refType="w" fact="0.3925"/>
              <dgm:constr type="t" for="ch" forName="Parent5" refType="h" fact="0.2022"/>
              <dgm:constr type="w" for="ch" forName="Parent5" refType="w" fact="0.0902"/>
              <dgm:constr type="h" for="ch" forName="Parent5" refType="h" fact="0.3799"/>
              <dgm:constr type="r" for="ch" forName="Parent4" refType="w" fact="0.5324"/>
              <dgm:constr type="t" for="ch" forName="Parent4" refType="h" fact="0.2022"/>
              <dgm:constr type="w" for="ch" forName="Parent4" refType="w" fact="0.0902"/>
              <dgm:constr type="h" for="ch" forName="Parent4" refType="h" fact="0.3799"/>
              <dgm:constr type="r" for="ch" forName="Parent3" refType="w" fact="0.6723"/>
              <dgm:constr type="t" for="ch" forName="Parent3" refType="h" fact="0.2022"/>
              <dgm:constr type="w" for="ch" forName="Parent3" refType="w" fact="0.0902"/>
              <dgm:constr type="h" for="ch" forName="Parent3" refType="h" fact="0.3799"/>
              <dgm:constr type="r" for="ch" forName="Parent2" refType="w" fact="0.8121"/>
              <dgm:constr type="t" for="ch" forName="Parent2" refType="h" fact="0.2022"/>
              <dgm:constr type="w" for="ch" forName="Parent2" refType="w" fact="0.0902"/>
              <dgm:constr type="h" for="ch" forName="Parent2" refType="h" fact="0.3799"/>
              <dgm:constr type="r" for="ch" forName="Parent1" refType="w" fact="0.952"/>
              <dgm:constr type="t" for="ch" forName="Parent1" refType="h" fact="0.2022"/>
              <dgm:constr type="w" for="ch" forName="Parent1" refType="w" fact="0.0902"/>
              <dgm:constr type="h" for="ch" forName="Parent1" refType="h" fact="0.3799"/>
              <dgm:constr type="r" for="ch" forName="Accent7" refType="w" fact="0.1354"/>
              <dgm:constr type="t" for="ch" forName="Accent7" refType="h" fact="0.1072"/>
              <dgm:constr type="w" for="ch" forName="Accent7" refType="w" fact="0.1354"/>
              <dgm:constr type="h" for="ch" forName="Accent7" refType="h" fact="0.5699"/>
              <dgm:constr type="r" for="ch" forName="ParentBackground7" refType="w" fact="0.1308"/>
              <dgm:constr type="t" for="ch" forName="ParentBackground7" refType="h" fact="0.1262"/>
              <dgm:constr type="w" for="ch" forName="ParentBackground7" refType="w" fact="0.1263"/>
              <dgm:constr type="h" for="ch" forName="ParentBackground7" refType="h" fact="0.5319"/>
              <dgm:constr type="r" for="ch" forName="Child7" refType="w" fact="0.1308"/>
              <dgm:constr type="t" for="ch" forName="Child7" refType="h" fact="0.6876"/>
              <dgm:constr type="w" for="ch" forName="Child7" refType="w" fact="0.1263"/>
              <dgm:constr type="h" for="ch" forName="Child7" refType="h" fact="0.3124"/>
              <dgm:constr type="r" for="ch" forName="Accent6" refType="w" fact="0.3033"/>
              <dgm:constr type="t" for="ch" forName="Accent6" refType="h" fact="-0.0109"/>
              <dgm:constr type="w" for="ch" forName="Accent6" refType="w" fact="0.1915"/>
              <dgm:constr type="h" for="ch" forName="Accent6" refType="h" fact="0.806"/>
              <dgm:constr type="r" for="ch" forName="ParentBackground6" refType="w" fact="0.2707"/>
              <dgm:constr type="t" for="ch" forName="ParentBackground6" refType="h" fact="0.1262"/>
              <dgm:constr type="w" for="ch" forName="ParentBackground6" refType="w" fact="0.1263"/>
              <dgm:constr type="h" for="ch" forName="ParentBackground6" refType="h" fact="0.5319"/>
              <dgm:constr type="r" for="ch" forName="Child6" refType="w" fact="0.2707"/>
              <dgm:constr type="t" for="ch" forName="Child6" refType="h" fact="0.6876"/>
              <dgm:constr type="w" for="ch" forName="Child6" refType="w" fact="0.1263"/>
              <dgm:constr type="h" for="ch" forName="Child6" refType="h" fact="0.3124"/>
              <dgm:constr type="r" for="ch" forName="Accent5" refType="w" fact="0.4431"/>
              <dgm:constr type="t" for="ch" forName="Accent5" refType="h" fact="-0.0109"/>
              <dgm:constr type="w" for="ch" forName="Accent5" refType="w" fact="0.1915"/>
              <dgm:constr type="h" for="ch" forName="Accent5" refType="h" fact="0.806"/>
              <dgm:constr type="r" for="ch" forName="ParentBackground5" refType="w" fact="0.4106"/>
              <dgm:constr type="t" for="ch" forName="ParentBackground5" refType="h" fact="0.1262"/>
              <dgm:constr type="w" for="ch" forName="ParentBackground5" refType="w" fact="0.1263"/>
              <dgm:constr type="h" for="ch" forName="ParentBackground5" refType="h" fact="0.5319"/>
              <dgm:constr type="r" for="ch" forName="Child5" refType="w" fact="0.4106"/>
              <dgm:constr type="t" for="ch" forName="Child5" refType="h" fact="0.6876"/>
              <dgm:constr type="w" for="ch" forName="Child5" refType="w" fact="0.1263"/>
              <dgm:constr type="h" for="ch" forName="Child5" refType="h" fact="0.3124"/>
              <dgm:constr type="r" for="ch" forName="Accent4" refType="w" fact="0.583"/>
              <dgm:constr type="t" for="ch" forName="Accent4" refType="h" fact="-0.0109"/>
              <dgm:constr type="w" for="ch" forName="Accent4" refType="w" fact="0.1915"/>
              <dgm:constr type="h" for="ch" forName="Accent4" refType="h" fact="0.806"/>
              <dgm:constr type="r" for="ch" forName="ParentBackground4" refType="w" fact="0.5504"/>
              <dgm:constr type="t" for="ch" forName="ParentBackground4" refType="h" fact="0.1262"/>
              <dgm:constr type="w" for="ch" forName="ParentBackground4" refType="w" fact="0.1263"/>
              <dgm:constr type="h" for="ch" forName="ParentBackground4" refType="h" fact="0.5319"/>
              <dgm:constr type="r" for="ch" forName="Child4" refType="w" fact="0.5504"/>
              <dgm:constr type="t" for="ch" forName="Child4" refType="h" fact="0.6876"/>
              <dgm:constr type="w" for="ch" forName="Child4" refType="w" fact="0.1263"/>
              <dgm:constr type="h" for="ch" forName="Child4" refType="h" fact="0.3124"/>
              <dgm:constr type="r" for="ch" forName="Accent3" refType="w" fact="0.7229"/>
              <dgm:constr type="t" for="ch" forName="Accent3" refType="h" fact="-0.0109"/>
              <dgm:constr type="w" for="ch" forName="Accent3" refType="w" fact="0.1915"/>
              <dgm:constr type="h" for="ch" forName="Accent3" refType="h" fact="0.806"/>
              <dgm:constr type="r" for="ch" forName="ParentBackground3" refType="w" fact="0.6903"/>
              <dgm:constr type="t" for="ch" forName="ParentBackground3" refType="h" fact="0.1262"/>
              <dgm:constr type="w" for="ch" forName="ParentBackground3" refType="w" fact="0.1263"/>
              <dgm:constr type="h" for="ch" forName="ParentBackground3" refType="h" fact="0.5319"/>
              <dgm:constr type="r" for="ch" forName="Child3" refType="w" fact="0.6903"/>
              <dgm:constr type="t" for="ch" forName="Child3" refType="h" fact="0.6876"/>
              <dgm:constr type="w" for="ch" forName="Child3" refType="w" fact="0.1263"/>
              <dgm:constr type="h" for="ch" forName="Child3" refType="h" fact="0.3124"/>
              <dgm:constr type="r" for="ch" forName="Accent2" refType="w" fact="0.8627"/>
              <dgm:constr type="t" for="ch" forName="Accent2" refType="h" fact="-0.0109"/>
              <dgm:constr type="w" for="ch" forName="Accent2" refType="w" fact="0.1915"/>
              <dgm:constr type="h" for="ch" forName="Accent2" refType="h" fact="0.806"/>
              <dgm:constr type="r" for="ch" forName="ParentBackground2" refType="w" fact="0.8302"/>
              <dgm:constr type="t" for="ch" forName="ParentBackground2" refType="h" fact="0.1262"/>
              <dgm:constr type="w" for="ch" forName="ParentBackground2" refType="w" fact="0.1263"/>
              <dgm:constr type="h" for="ch" forName="ParentBackground2" refType="h" fact="0.5319"/>
              <dgm:constr type="r" for="ch" forName="Child2" refType="w" fact="0.8302"/>
              <dgm:constr type="t" for="ch" forName="Child2" refType="h" fact="0.6876"/>
              <dgm:constr type="w" for="ch" forName="Child2" refType="w" fact="0.1263"/>
              <dgm:constr type="h" for="ch" forName="Child2" refType="h" fact="0.3124"/>
              <dgm:constr type="r" for="ch" forName="Accent1" refType="w" fact="1.0026"/>
              <dgm:constr type="t" for="ch" forName="Accent1" refType="h" fact="-0.0109"/>
              <dgm:constr type="w" for="ch" forName="Accent1" refType="w" fact="0.1915"/>
              <dgm:constr type="h" for="ch" forName="Accent1" refType="h" fact="0.806"/>
              <dgm:constr type="r" for="ch" forName="ParentBackground1" refType="w" fact="0.97"/>
              <dgm:constr type="t" for="ch" forName="ParentBackground1" refType="h" fact="0.1262"/>
              <dgm:constr type="w" for="ch" forName="ParentBackground1" refType="w" fact="0.1263"/>
              <dgm:constr type="h" for="ch" forName="ParentBackground1" refType="h" fact="0.5319"/>
              <dgm:constr type="r" for="ch" forName="Child1" refType="w" fact="0.97"/>
              <dgm:constr type="t" for="ch" forName="Child1" refType="h" fact="0.6876"/>
              <dgm:constr type="w" for="ch" forName="Child1" refType="w" fact="0.1263"/>
              <dgm:constr type="h" for="ch" forName="Child1" refType="h" fact="0.3124"/>
            </dgm:constrLst>
          </dgm:if>
          <dgm:if name="Name24" axis="ch" ptType="node" func="cnt" op="equ" val="8">
            <dgm:alg type="composite">
              <dgm:param type="ar" val="4.799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r" for="ch" forName="Parent8" refType="w" fact="0.099"/>
              <dgm:constr type="t" for="ch" forName="Parent8" refType="h" fact="0.2022"/>
              <dgm:constr type="w" for="ch" forName="Parent8" refType="w" fact="0.0792"/>
              <dgm:constr type="h" for="ch" forName="Parent8" refType="h" fact="0.3799"/>
              <dgm:constr type="r" for="ch" forName="Parent7" refType="w" fact="0.2217"/>
              <dgm:constr type="t" for="ch" forName="Parent7" refType="h" fact="0.2022"/>
              <dgm:constr type="w" for="ch" forName="Parent7" refType="w" fact="0.0792"/>
              <dgm:constr type="h" for="ch" forName="Parent7" refType="h" fact="0.3799"/>
              <dgm:constr type="r" for="ch" forName="Parent6" refType="w" fact="0.3444"/>
              <dgm:constr type="t" for="ch" forName="Parent6" refType="h" fact="0.2022"/>
              <dgm:constr type="w" for="ch" forName="Parent6" refType="w" fact="0.0792"/>
              <dgm:constr type="h" for="ch" forName="Parent6" refType="h" fact="0.3799"/>
              <dgm:constr type="r" for="ch" forName="Parent5" refType="w" fact="0.4671"/>
              <dgm:constr type="t" for="ch" forName="Parent5" refType="h" fact="0.2022"/>
              <dgm:constr type="w" for="ch" forName="Parent5" refType="w" fact="0.0792"/>
              <dgm:constr type="h" for="ch" forName="Parent5" refType="h" fact="0.3799"/>
              <dgm:constr type="r" for="ch" forName="Parent4" refType="w" fact="0.5898"/>
              <dgm:constr type="t" for="ch" forName="Parent4" refType="h" fact="0.2022"/>
              <dgm:constr type="w" for="ch" forName="Parent4" refType="w" fact="0.0792"/>
              <dgm:constr type="h" for="ch" forName="Parent4" refType="h" fact="0.3799"/>
              <dgm:constr type="r" for="ch" forName="Parent3" refType="w" fact="0.7125"/>
              <dgm:constr type="t" for="ch" forName="Parent3" refType="h" fact="0.2022"/>
              <dgm:constr type="w" for="ch" forName="Parent3" refType="w" fact="0.0792"/>
              <dgm:constr type="h" for="ch" forName="Parent3" refType="h" fact="0.3799"/>
              <dgm:constr type="r" for="ch" forName="Parent2" refType="w" fact="0.8352"/>
              <dgm:constr type="t" for="ch" forName="Parent2" refType="h" fact="0.2022"/>
              <dgm:constr type="w" for="ch" forName="Parent2" refType="w" fact="0.0792"/>
              <dgm:constr type="h" for="ch" forName="Parent2" refType="h" fact="0.3799"/>
              <dgm:constr type="r" for="ch" forName="Parent1" refType="w" fact="0.9579"/>
              <dgm:constr type="t" for="ch" forName="Parent1" refType="h" fact="0.2022"/>
              <dgm:constr type="w" for="ch" forName="Parent1" refType="w" fact="0.0792"/>
              <dgm:constr type="h" for="ch" forName="Parent1" refType="h" fact="0.3799"/>
              <dgm:constr type="r" for="ch" forName="Accent8" refType="w" fact="0.1187"/>
              <dgm:constr type="t" for="ch" forName="Accent8" refType="h" fact="0.1072"/>
              <dgm:constr type="w" for="ch" forName="Accent8" refType="w" fact="0.1187"/>
              <dgm:constr type="h" for="ch" forName="Accent8" refType="h" fact="0.5699"/>
              <dgm:constr type="r" for="ch" forName="ParentBackground8" refType="w" fact="0.1148"/>
              <dgm:constr type="t" for="ch" forName="ParentBackground8" refType="h" fact="0.1262"/>
              <dgm:constr type="w" for="ch" forName="ParentBackground8" refType="w" fact="0.1108"/>
              <dgm:constr type="h" for="ch" forName="ParentBackground8" refType="h" fact="0.5319"/>
              <dgm:constr type="r" for="ch" forName="Child8" refType="w" fact="0.1148"/>
              <dgm:constr type="t" for="ch" forName="Child8" refType="h" fact="0.6876"/>
              <dgm:constr type="w" for="ch" forName="Child8" refType="w" fact="0.1108"/>
              <dgm:constr type="h" for="ch" forName="Child8" refType="h" fact="0.3124"/>
              <dgm:constr type="r" for="ch" forName="Accent7" refType="w" fact="0.2661"/>
              <dgm:constr type="t" for="ch" forName="Accent7" refType="h" fact="-0.0109"/>
              <dgm:constr type="w" for="ch" forName="Accent7" refType="w" fact="0.1679"/>
              <dgm:constr type="h" for="ch" forName="Accent7" refType="h" fact="0.806"/>
              <dgm:constr type="r" for="ch" forName="ParentBackground7" refType="w" fact="0.2375"/>
              <dgm:constr type="t" for="ch" forName="ParentBackground7" refType="h" fact="0.1262"/>
              <dgm:constr type="w" for="ch" forName="ParentBackground7" refType="w" fact="0.1108"/>
              <dgm:constr type="h" for="ch" forName="ParentBackground7" refType="h" fact="0.5319"/>
              <dgm:constr type="r" for="ch" forName="Child7" refType="w" fact="0.2375"/>
              <dgm:constr type="t" for="ch" forName="Child7" refType="h" fact="0.6876"/>
              <dgm:constr type="w" for="ch" forName="Child7" refType="w" fact="0.1108"/>
              <dgm:constr type="h" for="ch" forName="Child7" refType="h" fact="0.3124"/>
              <dgm:constr type="r" for="ch" forName="Accent6" refType="w" fact="0.3888"/>
              <dgm:constr type="t" for="ch" forName="Accent6" refType="h" fact="-0.0109"/>
              <dgm:constr type="w" for="ch" forName="Accent6" refType="w" fact="0.1679"/>
              <dgm:constr type="h" for="ch" forName="Accent6" refType="h" fact="0.806"/>
              <dgm:constr type="r" for="ch" forName="ParentBackground6" refType="w" fact="0.3602"/>
              <dgm:constr type="t" for="ch" forName="ParentBackground6" refType="h" fact="0.1262"/>
              <dgm:constr type="w" for="ch" forName="ParentBackground6" refType="w" fact="0.1108"/>
              <dgm:constr type="h" for="ch" forName="ParentBackground6" refType="h" fact="0.5319"/>
              <dgm:constr type="r" for="ch" forName="Child6" refType="w" fact="0.3602"/>
              <dgm:constr type="t" for="ch" forName="Child6" refType="h" fact="0.6876"/>
              <dgm:constr type="w" for="ch" forName="Child6" refType="w" fact="0.1108"/>
              <dgm:constr type="h" for="ch" forName="Child6" refType="h" fact="0.3124"/>
              <dgm:constr type="r" for="ch" forName="Accent5" refType="w" fact="0.5115"/>
              <dgm:constr type="t" for="ch" forName="Accent5" refType="h" fact="-0.0109"/>
              <dgm:constr type="w" for="ch" forName="Accent5" refType="w" fact="0.1679"/>
              <dgm:constr type="h" for="ch" forName="Accent5" refType="h" fact="0.806"/>
              <dgm:constr type="r" for="ch" forName="ParentBackground5" refType="w" fact="0.4829"/>
              <dgm:constr type="t" for="ch" forName="ParentBackground5" refType="h" fact="0.1262"/>
              <dgm:constr type="w" for="ch" forName="ParentBackground5" refType="w" fact="0.1108"/>
              <dgm:constr type="h" for="ch" forName="ParentBackground5" refType="h" fact="0.5319"/>
              <dgm:constr type="r" for="ch" forName="Child5" refType="w" fact="0.4829"/>
              <dgm:constr type="t" for="ch" forName="Child5" refType="h" fact="0.6876"/>
              <dgm:constr type="w" for="ch" forName="Child5" refType="w" fact="0.1108"/>
              <dgm:constr type="h" for="ch" forName="Child5" refType="h" fact="0.3124"/>
              <dgm:constr type="r" for="ch" forName="Accent4" refType="w" fact="0.6342"/>
              <dgm:constr type="t" for="ch" forName="Accent4" refType="h" fact="-0.0109"/>
              <dgm:constr type="w" for="ch" forName="Accent4" refType="w" fact="0.1679"/>
              <dgm:constr type="h" for="ch" forName="Accent4" refType="h" fact="0.806"/>
              <dgm:constr type="r" for="ch" forName="ParentBackground4" refType="w" fact="0.6056"/>
              <dgm:constr type="t" for="ch" forName="ParentBackground4" refType="h" fact="0.1262"/>
              <dgm:constr type="w" for="ch" forName="ParentBackground4" refType="w" fact="0.1108"/>
              <dgm:constr type="h" for="ch" forName="ParentBackground4" refType="h" fact="0.5319"/>
              <dgm:constr type="r" for="ch" forName="Child4" refType="w" fact="0.6056"/>
              <dgm:constr type="t" for="ch" forName="Child4" refType="h" fact="0.6876"/>
              <dgm:constr type="w" for="ch" forName="Child4" refType="w" fact="0.1108"/>
              <dgm:constr type="h" for="ch" forName="Child4" refType="h" fact="0.3124"/>
              <dgm:constr type="r" for="ch" forName="Accent3" refType="w" fact="0.7569"/>
              <dgm:constr type="t" for="ch" forName="Accent3" refType="h" fact="-0.0109"/>
              <dgm:constr type="w" for="ch" forName="Accent3" refType="w" fact="0.1679"/>
              <dgm:constr type="h" for="ch" forName="Accent3" refType="h" fact="0.806"/>
              <dgm:constr type="r" for="ch" forName="ParentBackground3" refType="w" fact="0.7283"/>
              <dgm:constr type="t" for="ch" forName="ParentBackground3" refType="h" fact="0.1262"/>
              <dgm:constr type="w" for="ch" forName="ParentBackground3" refType="w" fact="0.1108"/>
              <dgm:constr type="h" for="ch" forName="ParentBackground3" refType="h" fact="0.5319"/>
              <dgm:constr type="r" for="ch" forName="Child3" refType="w" fact="0.7283"/>
              <dgm:constr type="t" for="ch" forName="Child3" refType="h" fact="0.6876"/>
              <dgm:constr type="w" for="ch" forName="Child3" refType="w" fact="0.1108"/>
              <dgm:constr type="h" for="ch" forName="Child3" refType="h" fact="0.3124"/>
              <dgm:constr type="r" for="ch" forName="Accent2" refType="w" fact="0.8796"/>
              <dgm:constr type="t" for="ch" forName="Accent2" refType="h" fact="-0.0109"/>
              <dgm:constr type="w" for="ch" forName="Accent2" refType="w" fact="0.1679"/>
              <dgm:constr type="h" for="ch" forName="Accent2" refType="h" fact="0.806"/>
              <dgm:constr type="r" for="ch" forName="ParentBackground2" refType="w" fact="0.851"/>
              <dgm:constr type="t" for="ch" forName="ParentBackground2" refType="h" fact="0.1262"/>
              <dgm:constr type="w" for="ch" forName="ParentBackground2" refType="w" fact="0.1108"/>
              <dgm:constr type="h" for="ch" forName="ParentBackground2" refType="h" fact="0.5319"/>
              <dgm:constr type="r" for="ch" forName="Child2" refType="w" fact="0.851"/>
              <dgm:constr type="t" for="ch" forName="Child2" refType="h" fact="0.6876"/>
              <dgm:constr type="w" for="ch" forName="Child2" refType="w" fact="0.1108"/>
              <dgm:constr type="h" for="ch" forName="Child2" refType="h" fact="0.3124"/>
              <dgm:constr type="r" for="ch" forName="Accent1" refType="w" fact="1.0023"/>
              <dgm:constr type="t" for="ch" forName="Accent1" refType="h" fact="-0.0109"/>
              <dgm:constr type="w" for="ch" forName="Accent1" refType="w" fact="0.1679"/>
              <dgm:constr type="h" for="ch" forName="Accent1" refType="h" fact="0.806"/>
              <dgm:constr type="r" for="ch" forName="ParentBackground1" refType="w" fact="0.9737"/>
              <dgm:constr type="t" for="ch" forName="ParentBackground1" refType="h" fact="0.1262"/>
              <dgm:constr type="w" for="ch" forName="ParentBackground1" refType="w" fact="0.1108"/>
              <dgm:constr type="h" for="ch" forName="ParentBackground1" refType="h" fact="0.5319"/>
              <dgm:constr type="r" for="ch" forName="Child1" refType="w" fact="0.9737"/>
              <dgm:constr type="t" for="ch" forName="Child1" refType="h" fact="0.6876"/>
              <dgm:constr type="w" for="ch" forName="Child1" refType="w" fact="0.1108"/>
              <dgm:constr type="h" for="ch" forName="Child1" refType="h" fact="0.3124"/>
            </dgm:constrLst>
          </dgm:if>
          <dgm:if name="Name25" axis="ch" ptType="node" func="cnt" op="equ" val="9">
            <dgm:alg type="composite">
              <dgm:param type="ar" val="5.38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r" for="ch" forName="Parent9" refType="w" fact="0.0881"/>
              <dgm:constr type="t" for="ch" forName="Parent9" refType="h" fact="0.2022"/>
              <dgm:constr type="w" for="ch" forName="Parent9" refType="w" fact="0.0705"/>
              <dgm:constr type="h" for="ch" forName="Parent9" refType="h" fact="0.3799"/>
              <dgm:constr type="r" for="ch" forName="Parent8" refType="w" fact="0.1974"/>
              <dgm:constr type="t" for="ch" forName="Parent8" refType="h" fact="0.2022"/>
              <dgm:constr type="w" for="ch" forName="Parent8" refType="w" fact="0.0705"/>
              <dgm:constr type="h" for="ch" forName="Parent8" refType="h" fact="0.3799"/>
              <dgm:constr type="r" for="ch" forName="Parent7" refType="w" fact="0.3067"/>
              <dgm:constr type="t" for="ch" forName="Parent7" refType="h" fact="0.2022"/>
              <dgm:constr type="w" for="ch" forName="Parent7" refType="w" fact="0.0705"/>
              <dgm:constr type="h" for="ch" forName="Parent7" refType="h" fact="0.3799"/>
              <dgm:constr type="r" for="ch" forName="Parent6" refType="w" fact="0.416"/>
              <dgm:constr type="t" for="ch" forName="Parent6" refType="h" fact="0.2022"/>
              <dgm:constr type="w" for="ch" forName="Parent6" refType="w" fact="0.0705"/>
              <dgm:constr type="h" for="ch" forName="Parent6" refType="h" fact="0.3799"/>
              <dgm:constr type="r" for="ch" forName="Parent5" refType="w" fact="0.5253"/>
              <dgm:constr type="t" for="ch" forName="Parent5" refType="h" fact="0.2022"/>
              <dgm:constr type="w" for="ch" forName="Parent5" refType="w" fact="0.0705"/>
              <dgm:constr type="h" for="ch" forName="Parent5" refType="h" fact="0.3799"/>
              <dgm:constr type="r" for="ch" forName="Parent4" refType="w" fact="0.6346"/>
              <dgm:constr type="t" for="ch" forName="Parent4" refType="h" fact="0.2022"/>
              <dgm:constr type="w" for="ch" forName="Parent4" refType="w" fact="0.0705"/>
              <dgm:constr type="h" for="ch" forName="Parent4" refType="h" fact="0.3799"/>
              <dgm:constr type="r" for="ch" forName="Parent3" refType="w" fact="0.7439"/>
              <dgm:constr type="t" for="ch" forName="Parent3" refType="h" fact="0.2022"/>
              <dgm:constr type="w" for="ch" forName="Parent3" refType="w" fact="0.0705"/>
              <dgm:constr type="h" for="ch" forName="Parent3" refType="h" fact="0.3799"/>
              <dgm:constr type="r" for="ch" forName="Parent2" refType="w" fact="0.8532"/>
              <dgm:constr type="t" for="ch" forName="Parent2" refType="h" fact="0.2022"/>
              <dgm:constr type="w" for="ch" forName="Parent2" refType="w" fact="0.0705"/>
              <dgm:constr type="h" for="ch" forName="Parent2" refType="h" fact="0.3799"/>
              <dgm:constr type="r" for="ch" forName="Parent1" refType="w" fact="0.9625"/>
              <dgm:constr type="t" for="ch" forName="Parent1" refType="h" fact="0.2022"/>
              <dgm:constr type="w" for="ch" forName="Parent1" refType="w" fact="0.0705"/>
              <dgm:constr type="h" for="ch" forName="Parent1" refType="h" fact="0.3799"/>
              <dgm:constr type="r" for="ch" forName="Accent9" refType="w" fact="0.1058"/>
              <dgm:constr type="t" for="ch" forName="Accent9" refType="h" fact="0.1072"/>
              <dgm:constr type="w" for="ch" forName="Accent9" refType="w" fact="0.1058"/>
              <dgm:constr type="h" for="ch" forName="Accent9" refType="h" fact="0.5699"/>
              <dgm:constr type="r" for="ch" forName="ParentBackground9" refType="w" fact="0.1022"/>
              <dgm:constr type="t" for="ch" forName="ParentBackground9" refType="h" fact="0.1262"/>
              <dgm:constr type="w" for="ch" forName="ParentBackground9" refType="w" fact="0.0987"/>
              <dgm:constr type="h" for="ch" forName="ParentBackground9" refType="h" fact="0.5319"/>
              <dgm:constr type="r" for="ch" forName="Child9" refType="w" fact="0.1022"/>
              <dgm:constr type="t" for="ch" forName="Child9" refType="h" fact="0.6876"/>
              <dgm:constr type="w" for="ch" forName="Child9" refType="w" fact="0.0987"/>
              <dgm:constr type="h" for="ch" forName="Child9" refType="h" fact="0.3124"/>
              <dgm:constr type="r" for="ch" forName="Accent8" refType="w" fact="0.237"/>
              <dgm:constr type="t" for="ch" forName="Accent8" refType="h" fact="-0.0109"/>
              <dgm:constr type="w" for="ch" forName="Accent8" refType="w" fact="0.1496"/>
              <dgm:constr type="h" for="ch" forName="Accent8" refType="h" fact="0.806"/>
              <dgm:constr type="r" for="ch" forName="ParentBackground8" refType="w" fact="0.2115"/>
              <dgm:constr type="t" for="ch" forName="ParentBackground8" refType="h" fact="0.1262"/>
              <dgm:constr type="w" for="ch" forName="ParentBackground8" refType="w" fact="0.0987"/>
              <dgm:constr type="h" for="ch" forName="ParentBackground8" refType="h" fact="0.5319"/>
              <dgm:constr type="r" for="ch" forName="Child8" refType="w" fact="0.2115"/>
              <dgm:constr type="t" for="ch" forName="Child8" refType="h" fact="0.6876"/>
              <dgm:constr type="w" for="ch" forName="Child8" refType="w" fact="0.0987"/>
              <dgm:constr type="h" for="ch" forName="Child8" refType="h" fact="0.3124"/>
              <dgm:constr type="r" for="ch" forName="Accent7" refType="w" fact="0.3462"/>
              <dgm:constr type="t" for="ch" forName="Accent7" refType="h" fact="-0.0109"/>
              <dgm:constr type="w" for="ch" forName="Accent7" refType="w" fact="0.1496"/>
              <dgm:constr type="h" for="ch" forName="Accent7" refType="h" fact="0.806"/>
              <dgm:constr type="r" for="ch" forName="ParentBackground7" refType="w" fact="0.3208"/>
              <dgm:constr type="t" for="ch" forName="ParentBackground7" refType="h" fact="0.1262"/>
              <dgm:constr type="w" for="ch" forName="ParentBackground7" refType="w" fact="0.0987"/>
              <dgm:constr type="h" for="ch" forName="ParentBackground7" refType="h" fact="0.5319"/>
              <dgm:constr type="r" for="ch" forName="Child7" refType="w" fact="0.3208"/>
              <dgm:constr type="t" for="ch" forName="Child7" refType="h" fact="0.6876"/>
              <dgm:constr type="w" for="ch" forName="Child7" refType="w" fact="0.0987"/>
              <dgm:constr type="h" for="ch" forName="Child7" refType="h" fact="0.3124"/>
              <dgm:constr type="r" for="ch" forName="Accent6" refType="w" fact="0.4555"/>
              <dgm:constr type="t" for="ch" forName="Accent6" refType="h" fact="-0.0109"/>
              <dgm:constr type="w" for="ch" forName="Accent6" refType="w" fact="0.1496"/>
              <dgm:constr type="h" for="ch" forName="Accent6" refType="h" fact="0.806"/>
              <dgm:constr type="r" for="ch" forName="ParentBackground6" refType="w" fact="0.4301"/>
              <dgm:constr type="t" for="ch" forName="ParentBackground6" refType="h" fact="0.1262"/>
              <dgm:constr type="w" for="ch" forName="ParentBackground6" refType="w" fact="0.0987"/>
              <dgm:constr type="h" for="ch" forName="ParentBackground6" refType="h" fact="0.5319"/>
              <dgm:constr type="r" for="ch" forName="Child6" refType="w" fact="0.4301"/>
              <dgm:constr type="t" for="ch" forName="Child6" refType="h" fact="0.6876"/>
              <dgm:constr type="w" for="ch" forName="Child6" refType="w" fact="0.0987"/>
              <dgm:constr type="h" for="ch" forName="Child6" refType="h" fact="0.3124"/>
              <dgm:constr type="r" for="ch" forName="Accent5" refType="w" fact="0.5648"/>
              <dgm:constr type="t" for="ch" forName="Accent5" refType="h" fact="-0.0109"/>
              <dgm:constr type="w" for="ch" forName="Accent5" refType="w" fact="0.1496"/>
              <dgm:constr type="h" for="ch" forName="Accent5" refType="h" fact="0.806"/>
              <dgm:constr type="r" for="ch" forName="ParentBackground5" refType="w" fact="0.5394"/>
              <dgm:constr type="t" for="ch" forName="ParentBackground5" refType="h" fact="0.1262"/>
              <dgm:constr type="w" for="ch" forName="ParentBackground5" refType="w" fact="0.0987"/>
              <dgm:constr type="h" for="ch" forName="ParentBackground5" refType="h" fact="0.5319"/>
              <dgm:constr type="r" for="ch" forName="Child5" refType="w" fact="0.5394"/>
              <dgm:constr type="t" for="ch" forName="Child5" refType="h" fact="0.6876"/>
              <dgm:constr type="w" for="ch" forName="Child5" refType="w" fact="0.0987"/>
              <dgm:constr type="h" for="ch" forName="Child5" refType="h" fact="0.3124"/>
              <dgm:constr type="r" for="ch" forName="Accent4" refType="w" fact="0.6741"/>
              <dgm:constr type="t" for="ch" forName="Accent4" refType="h" fact="-0.0109"/>
              <dgm:constr type="w" for="ch" forName="Accent4" refType="w" fact="0.1496"/>
              <dgm:constr type="h" for="ch" forName="Accent4" refType="h" fact="0.806"/>
              <dgm:constr type="r" for="ch" forName="ParentBackground4" refType="w" fact="0.6487"/>
              <dgm:constr type="t" for="ch" forName="ParentBackground4" refType="h" fact="0.1262"/>
              <dgm:constr type="w" for="ch" forName="ParentBackground4" refType="w" fact="0.0987"/>
              <dgm:constr type="h" for="ch" forName="ParentBackground4" refType="h" fact="0.5319"/>
              <dgm:constr type="r" for="ch" forName="Child4" refType="w" fact="0.6487"/>
              <dgm:constr type="t" for="ch" forName="Child4" refType="h" fact="0.6876"/>
              <dgm:constr type="w" for="ch" forName="Child4" refType="w" fact="0.0987"/>
              <dgm:constr type="h" for="ch" forName="Child4" refType="h" fact="0.3124"/>
              <dgm:constr type="r" for="ch" forName="Accent3" refType="w" fact="0.7834"/>
              <dgm:constr type="t" for="ch" forName="Accent3" refType="h" fact="-0.0109"/>
              <dgm:constr type="w" for="ch" forName="Accent3" refType="w" fact="0.1496"/>
              <dgm:constr type="h" for="ch" forName="Accent3" refType="h" fact="0.806"/>
              <dgm:constr type="r" for="ch" forName="ParentBackground3" refType="w" fact="0.758"/>
              <dgm:constr type="t" for="ch" forName="ParentBackground3" refType="h" fact="0.1262"/>
              <dgm:constr type="w" for="ch" forName="ParentBackground3" refType="w" fact="0.0987"/>
              <dgm:constr type="h" for="ch" forName="ParentBackground3" refType="h" fact="0.5319"/>
              <dgm:constr type="r" for="ch" forName="Child3" refType="w" fact="0.758"/>
              <dgm:constr type="t" for="ch" forName="Child3" refType="h" fact="0.6876"/>
              <dgm:constr type="w" for="ch" forName="Child3" refType="w" fact="0.0987"/>
              <dgm:constr type="h" for="ch" forName="Child3" refType="h" fact="0.3124"/>
              <dgm:constr type="r" for="ch" forName="Accent2" refType="w" fact="0.8927"/>
              <dgm:constr type="t" for="ch" forName="Accent2" refType="h" fact="-0.0109"/>
              <dgm:constr type="w" for="ch" forName="Accent2" refType="w" fact="0.1496"/>
              <dgm:constr type="h" for="ch" forName="Accent2" refType="h" fact="0.806"/>
              <dgm:constr type="r" for="ch" forName="ParentBackground2" refType="w" fact="0.8673"/>
              <dgm:constr type="t" for="ch" forName="ParentBackground2" refType="h" fact="0.1262"/>
              <dgm:constr type="w" for="ch" forName="ParentBackground2" refType="w" fact="0.0987"/>
              <dgm:constr type="h" for="ch" forName="ParentBackground2" refType="h" fact="0.5319"/>
              <dgm:constr type="r" for="ch" forName="Child2" refType="w" fact="0.8673"/>
              <dgm:constr type="t" for="ch" forName="Child2" refType="h" fact="0.6876"/>
              <dgm:constr type="w" for="ch" forName="Child2" refType="w" fact="0.0987"/>
              <dgm:constr type="h" for="ch" forName="Child2" refType="h" fact="0.3124"/>
              <dgm:constr type="r" for="ch" forName="Accent1" refType="w" fact="1.002"/>
              <dgm:constr type="t" for="ch" forName="Accent1" refType="h" fact="-0.0109"/>
              <dgm:constr type="w" for="ch" forName="Accent1" refType="w" fact="0.1496"/>
              <dgm:constr type="h" for="ch" forName="Accent1" refType="h" fact="0.806"/>
              <dgm:constr type="r" for="ch" forName="ParentBackground1" refType="w" fact="0.9765"/>
              <dgm:constr type="t" for="ch" forName="ParentBackground1" refType="h" fact="0.1262"/>
              <dgm:constr type="w" for="ch" forName="ParentBackground1" refType="w" fact="0.0987"/>
              <dgm:constr type="h" for="ch" forName="ParentBackground1" refType="h" fact="0.5319"/>
              <dgm:constr type="r" for="ch" forName="Child1" refType="w" fact="0.9765"/>
              <dgm:constr type="t" for="ch" forName="Child1" refType="h" fact="0.6876"/>
              <dgm:constr type="w" for="ch" forName="Child1" refType="w" fact="0.0987"/>
              <dgm:constr type="h" for="ch" forName="Child1" refType="h" fact="0.3124"/>
            </dgm:constrLst>
          </dgm:if>
          <dgm:if name="Name26" axis="ch" ptType="node" func="cnt" op="equ" val="10">
            <dgm:alg type="composite">
              <dgm:param type="ar" val="5.976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7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r" for="ch" forName="Parent10" refType="w" fact="0.0795"/>
              <dgm:constr type="t" for="ch" forName="Parent10" refType="h" fact="0.2022"/>
              <dgm:constr type="w" for="ch" forName="Parent10" refType="w" fact="0.0636"/>
              <dgm:constr type="h" for="ch" forName="Parent10" refType="h" fact="0.3799"/>
              <dgm:constr type="r" for="ch" forName="Parent9" refType="w" fact="0.178"/>
              <dgm:constr type="t" for="ch" forName="Parent9" refType="h" fact="0.2022"/>
              <dgm:constr type="w" for="ch" forName="Parent9" refType="w" fact="0.0636"/>
              <dgm:constr type="h" for="ch" forName="Parent9" refType="h" fact="0.3799"/>
              <dgm:constr type="r" for="ch" forName="Parent8" refType="w" fact="0.2765"/>
              <dgm:constr type="t" for="ch" forName="Parent8" refType="h" fact="0.2022"/>
              <dgm:constr type="w" for="ch" forName="Parent8" refType="w" fact="0.0636"/>
              <dgm:constr type="h" for="ch" forName="Parent8" refType="h" fact="0.3799"/>
              <dgm:constr type="r" for="ch" forName="Parent7" refType="w" fact="0.375"/>
              <dgm:constr type="t" for="ch" forName="Parent7" refType="h" fact="0.2022"/>
              <dgm:constr type="w" for="ch" forName="Parent7" refType="w" fact="0.0636"/>
              <dgm:constr type="h" for="ch" forName="Parent7" refType="h" fact="0.3799"/>
              <dgm:constr type="r" for="ch" forName="Parent6" refType="w" fact="0.4736"/>
              <dgm:constr type="t" for="ch" forName="Parent6" refType="h" fact="0.2022"/>
              <dgm:constr type="w" for="ch" forName="Parent6" refType="w" fact="0.0636"/>
              <dgm:constr type="h" for="ch" forName="Parent6" refType="h" fact="0.3799"/>
              <dgm:constr type="r" for="ch" forName="Parent5" refType="w" fact="0.5721"/>
              <dgm:constr type="t" for="ch" forName="Parent5" refType="h" fact="0.2022"/>
              <dgm:constr type="w" for="ch" forName="Parent5" refType="w" fact="0.0636"/>
              <dgm:constr type="h" for="ch" forName="Parent5" refType="h" fact="0.3799"/>
              <dgm:constr type="r" for="ch" forName="Parent4" refType="w" fact="0.6706"/>
              <dgm:constr type="t" for="ch" forName="Parent4" refType="h" fact="0.2022"/>
              <dgm:constr type="w" for="ch" forName="Parent4" refType="w" fact="0.0636"/>
              <dgm:constr type="h" for="ch" forName="Parent4" refType="h" fact="0.3799"/>
              <dgm:constr type="r" for="ch" forName="Parent3" refType="w" fact="0.7691"/>
              <dgm:constr type="t" for="ch" forName="Parent3" refType="h" fact="0.2022"/>
              <dgm:constr type="w" for="ch" forName="Parent3" refType="w" fact="0.0636"/>
              <dgm:constr type="h" for="ch" forName="Parent3" refType="h" fact="0.3799"/>
              <dgm:constr type="r" for="ch" forName="Parent2" refType="w" fact="0.8676"/>
              <dgm:constr type="t" for="ch" forName="Parent2" refType="h" fact="0.2022"/>
              <dgm:constr type="w" for="ch" forName="Parent2" refType="w" fact="0.0636"/>
              <dgm:constr type="h" for="ch" forName="Parent2" refType="h" fact="0.3799"/>
              <dgm:constr type="r" for="ch" forName="Parent1" refType="w" fact="0.9662"/>
              <dgm:constr type="t" for="ch" forName="Parent1" refType="h" fact="0.2022"/>
              <dgm:constr type="w" for="ch" forName="Parent1" refType="w" fact="0.0636"/>
              <dgm:constr type="h" for="ch" forName="Parent1" refType="h" fact="0.3799"/>
              <dgm:constr type="r" for="ch" forName="Accent10" refType="w" fact="0.0953"/>
              <dgm:constr type="t" for="ch" forName="Accent10" refType="h" fact="0.1072"/>
              <dgm:constr type="w" for="ch" forName="Accent10" refType="w" fact="0.0953"/>
              <dgm:constr type="h" for="ch" forName="Accent10" refType="h" fact="0.5699"/>
              <dgm:constr type="r" for="ch" forName="ParentBackground10" refType="w" fact="0.0922"/>
              <dgm:constr type="t" for="ch" forName="ParentBackground10" refType="h" fact="0.1262"/>
              <dgm:constr type="w" for="ch" forName="ParentBackground10" refType="w" fact="0.089"/>
              <dgm:constr type="h" for="ch" forName="ParentBackground10" refType="h" fact="0.5319"/>
              <dgm:constr type="r" for="ch" forName="Child10" refType="w" fact="0.0922"/>
              <dgm:constr type="t" for="ch" forName="Child10" refType="h" fact="0.6876"/>
              <dgm:constr type="w" for="ch" forName="Child10" refType="w" fact="0.089"/>
              <dgm:constr type="h" for="ch" forName="Child10" refType="h" fact="0.3124"/>
              <dgm:constr type="r" for="ch" forName="Accent9" refType="w" fact="0.2136"/>
              <dgm:constr type="t" for="ch" forName="Accent9" refType="h" fact="-0.0109"/>
              <dgm:constr type="w" for="ch" forName="Accent9" refType="w" fact="0.1348"/>
              <dgm:constr type="h" for="ch" forName="Accent9" refType="h" fact="0.806"/>
              <dgm:constr type="r" for="ch" forName="ParentBackground9" refType="w" fact="0.1907"/>
              <dgm:constr type="t" for="ch" forName="ParentBackground9" refType="h" fact="0.1262"/>
              <dgm:constr type="w" for="ch" forName="ParentBackground9" refType="w" fact="0.089"/>
              <dgm:constr type="h" for="ch" forName="ParentBackground9" refType="h" fact="0.5319"/>
              <dgm:constr type="r" for="ch" forName="Child9" refType="w" fact="0.1907"/>
              <dgm:constr type="t" for="ch" forName="Child9" refType="h" fact="0.6876"/>
              <dgm:constr type="w" for="ch" forName="Child9" refType="w" fact="0.089"/>
              <dgm:constr type="h" for="ch" forName="Child9" refType="h" fact="0.3124"/>
              <dgm:constr type="r" for="ch" forName="Accent8" refType="w" fact="0.3121"/>
              <dgm:constr type="t" for="ch" forName="Accent8" refType="h" fact="-0.0109"/>
              <dgm:constr type="w" for="ch" forName="Accent8" refType="w" fact="0.1348"/>
              <dgm:constr type="h" for="ch" forName="Accent8" refType="h" fact="0.806"/>
              <dgm:constr type="r" for="ch" forName="ParentBackground8" refType="w" fact="0.2892"/>
              <dgm:constr type="t" for="ch" forName="ParentBackground8" refType="h" fact="0.1262"/>
              <dgm:constr type="w" for="ch" forName="ParentBackground8" refType="w" fact="0.089"/>
              <dgm:constr type="h" for="ch" forName="ParentBackground8" refType="h" fact="0.5319"/>
              <dgm:constr type="r" for="ch" forName="Child8" refType="w" fact="0.2892"/>
              <dgm:constr type="t" for="ch" forName="Child8" refType="h" fact="0.6876"/>
              <dgm:constr type="w" for="ch" forName="Child8" refType="w" fact="0.089"/>
              <dgm:constr type="h" for="ch" forName="Child8" refType="h" fact="0.3124"/>
              <dgm:constr type="r" for="ch" forName="Accent7" refType="w" fact="0.4107"/>
              <dgm:constr type="t" for="ch" forName="Accent7" refType="h" fact="-0.0109"/>
              <dgm:constr type="w" for="ch" forName="Accent7" refType="w" fact="0.1348"/>
              <dgm:constr type="h" for="ch" forName="Accent7" refType="h" fact="0.806"/>
              <dgm:constr type="r" for="ch" forName="ParentBackground7" refType="w" fact="0.3877"/>
              <dgm:constr type="t" for="ch" forName="ParentBackground7" refType="h" fact="0.1262"/>
              <dgm:constr type="w" for="ch" forName="ParentBackground7" refType="w" fact="0.089"/>
              <dgm:constr type="h" for="ch" forName="ParentBackground7" refType="h" fact="0.5319"/>
              <dgm:constr type="r" for="ch" forName="Child7" refType="w" fact="0.3877"/>
              <dgm:constr type="t" for="ch" forName="Child7" refType="h" fact="0.6876"/>
              <dgm:constr type="w" for="ch" forName="Child7" refType="w" fact="0.089"/>
              <dgm:constr type="h" for="ch" forName="Child7" refType="h" fact="0.3124"/>
              <dgm:constr type="r" for="ch" forName="Accent6" refType="w" fact="0.5092"/>
              <dgm:constr type="t" for="ch" forName="Accent6" refType="h" fact="-0.0109"/>
              <dgm:constr type="w" for="ch" forName="Accent6" refType="w" fact="0.1348"/>
              <dgm:constr type="h" for="ch" forName="Accent6" refType="h" fact="0.806"/>
              <dgm:constr type="r" for="ch" forName="ParentBackground6" refType="w" fact="0.4863"/>
              <dgm:constr type="t" for="ch" forName="ParentBackground6" refType="h" fact="0.1262"/>
              <dgm:constr type="w" for="ch" forName="ParentBackground6" refType="w" fact="0.089"/>
              <dgm:constr type="h" for="ch" forName="ParentBackground6" refType="h" fact="0.5319"/>
              <dgm:constr type="r" for="ch" forName="Child6" refType="w" fact="0.4863"/>
              <dgm:constr type="t" for="ch" forName="Child6" refType="h" fact="0.6876"/>
              <dgm:constr type="w" for="ch" forName="Child6" refType="w" fact="0.089"/>
              <dgm:constr type="h" for="ch" forName="Child6" refType="h" fact="0.3124"/>
              <dgm:constr type="r" for="ch" forName="Accent5" refType="w" fact="0.6077"/>
              <dgm:constr type="t" for="ch" forName="Accent5" refType="h" fact="-0.0109"/>
              <dgm:constr type="w" for="ch" forName="Accent5" refType="w" fact="0.1348"/>
              <dgm:constr type="h" for="ch" forName="Accent5" refType="h" fact="0.806"/>
              <dgm:constr type="r" for="ch" forName="ParentBackground5" refType="w" fact="0.5848"/>
              <dgm:constr type="t" for="ch" forName="ParentBackground5" refType="h" fact="0.1262"/>
              <dgm:constr type="w" for="ch" forName="ParentBackground5" refType="w" fact="0.089"/>
              <dgm:constr type="h" for="ch" forName="ParentBackground5" refType="h" fact="0.5319"/>
              <dgm:constr type="r" for="ch" forName="Child5" refType="w" fact="0.5848"/>
              <dgm:constr type="t" for="ch" forName="Child5" refType="h" fact="0.6876"/>
              <dgm:constr type="w" for="ch" forName="Child5" refType="w" fact="0.089"/>
              <dgm:constr type="h" for="ch" forName="Child5" refType="h" fact="0.3124"/>
              <dgm:constr type="r" for="ch" forName="Accent4" refType="w" fact="0.7062"/>
              <dgm:constr type="t" for="ch" forName="Accent4" refType="h" fact="-0.0109"/>
              <dgm:constr type="w" for="ch" forName="Accent4" refType="w" fact="0.1348"/>
              <dgm:constr type="h" for="ch" forName="Accent4" refType="h" fact="0.806"/>
              <dgm:constr type="r" for="ch" forName="ParentBackground4" refType="w" fact="0.6833"/>
              <dgm:constr type="t" for="ch" forName="ParentBackground4" refType="h" fact="0.1262"/>
              <dgm:constr type="w" for="ch" forName="ParentBackground4" refType="w" fact="0.089"/>
              <dgm:constr type="h" for="ch" forName="ParentBackground4" refType="h" fact="0.5319"/>
              <dgm:constr type="r" for="ch" forName="Child4" refType="w" fact="0.6833"/>
              <dgm:constr type="t" for="ch" forName="Child4" refType="h" fact="0.6876"/>
              <dgm:constr type="w" for="ch" forName="Child4" refType="w" fact="0.089"/>
              <dgm:constr type="h" for="ch" forName="Child4" refType="h" fact="0.3124"/>
              <dgm:constr type="r" for="ch" forName="Accent3" refType="w" fact="0.8048"/>
              <dgm:constr type="t" for="ch" forName="Accent3" refType="h" fact="-0.0109"/>
              <dgm:constr type="w" for="ch" forName="Accent3" refType="w" fact="0.1348"/>
              <dgm:constr type="h" for="ch" forName="Accent3" refType="h" fact="0.806"/>
              <dgm:constr type="r" for="ch" forName="ParentBackground3" refType="w" fact="0.7818"/>
              <dgm:constr type="t" for="ch" forName="ParentBackground3" refType="h" fact="0.1262"/>
              <dgm:constr type="w" for="ch" forName="ParentBackground3" refType="w" fact="0.089"/>
              <dgm:constr type="h" for="ch" forName="ParentBackground3" refType="h" fact="0.5319"/>
              <dgm:constr type="r" for="ch" forName="Child3" refType="w" fact="0.7818"/>
              <dgm:constr type="t" for="ch" forName="Child3" refType="h" fact="0.6876"/>
              <dgm:constr type="w" for="ch" forName="Child3" refType="w" fact="0.089"/>
              <dgm:constr type="h" for="ch" forName="Child3" refType="h" fact="0.3124"/>
              <dgm:constr type="r" for="ch" forName="Accent2" refType="w" fact="0.9033"/>
              <dgm:constr type="t" for="ch" forName="Accent2" refType="h" fact="-0.0109"/>
              <dgm:constr type="w" for="ch" forName="Accent2" refType="w" fact="0.1348"/>
              <dgm:constr type="h" for="ch" forName="Accent2" refType="h" fact="0.806"/>
              <dgm:constr type="r" for="ch" forName="ParentBackground2" refType="w" fact="0.8804"/>
              <dgm:constr type="t" for="ch" forName="ParentBackground2" refType="h" fact="0.1262"/>
              <dgm:constr type="w" for="ch" forName="ParentBackground2" refType="w" fact="0.089"/>
              <dgm:constr type="h" for="ch" forName="ParentBackground2" refType="h" fact="0.5319"/>
              <dgm:constr type="r" for="ch" forName="Child2" refType="w" fact="0.8804"/>
              <dgm:constr type="t" for="ch" forName="Child2" refType="h" fact="0.6876"/>
              <dgm:constr type="w" for="ch" forName="Child2" refType="w" fact="0.089"/>
              <dgm:constr type="h" for="ch" forName="Child2" refType="h" fact="0.3124"/>
              <dgm:constr type="r" for="ch" forName="Accent1" refType="w" fact="1.0018"/>
              <dgm:constr type="t" for="ch" forName="Accent1" refType="h" fact="-0.0109"/>
              <dgm:constr type="w" for="ch" forName="Accent1" refType="w" fact="0.1348"/>
              <dgm:constr type="h" for="ch" forName="Accent1" refType="h" fact="0.806"/>
              <dgm:constr type="r" for="ch" forName="ParentBackground1" refType="w" fact="0.9789"/>
              <dgm:constr type="t" for="ch" forName="ParentBackground1" refType="h" fact="0.1262"/>
              <dgm:constr type="w" for="ch" forName="ParentBackground1" refType="w" fact="0.089"/>
              <dgm:constr type="h" for="ch" forName="ParentBackground1" refType="h" fact="0.5319"/>
              <dgm:constr type="r" for="ch" forName="Child1" refType="w" fact="0.9789"/>
              <dgm:constr type="t" for="ch" forName="Child1" refType="h" fact="0.6876"/>
              <dgm:constr type="w" for="ch" forName="Child1" refType="w" fact="0.089"/>
              <dgm:constr type="h" for="ch" forName="Child1" refType="h" fact="0.3124"/>
            </dgm:constrLst>
          </dgm:if>
          <dgm:else name="Name27">
            <dgm:alg type="composite">
              <dgm:param type="ar" val="6.565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1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1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1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1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1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6" op="lte"/>
              <dgm:constr type="primFontSz" for="des" forName="Child11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1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1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1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Child11" refType="primFontSz" refFor="des" refForName="Parent10" op="lte"/>
              <dgm:constr type="primFontSz" for="des" forName="Child1" refType="primFontSz" refFor="des" refForName="Parent11" op="lte"/>
              <dgm:constr type="primFontSz" for="des" forName="Child2" refType="primFontSz" refFor="des" refForName="Parent11" op="lte"/>
              <dgm:constr type="primFontSz" for="des" forName="Child3" refType="primFontSz" refFor="des" refForName="Parent11" op="lte"/>
              <dgm:constr type="primFontSz" for="des" forName="Child4" refType="primFontSz" refFor="des" refForName="Parent11" op="lte"/>
              <dgm:constr type="primFontSz" for="des" forName="Child5" refType="primFontSz" refFor="des" refForName="Parent11" op="lte"/>
              <dgm:constr type="primFontSz" for="des" forName="Child6" refType="primFontSz" refFor="des" refForName="Parent11" op="lte"/>
              <dgm:constr type="primFontSz" for="des" forName="Child7" refType="primFontSz" refFor="des" refForName="Parent11" op="lte"/>
              <dgm:constr type="primFontSz" for="des" forName="Child8" refType="primFontSz" refFor="des" refForName="Parent11" op="lte"/>
              <dgm:constr type="primFontSz" for="des" forName="Child9" refType="primFontSz" refFor="des" refForName="Parent11" op="lte"/>
              <dgm:constr type="primFontSz" for="des" forName="Child10" refType="primFontSz" refFor="des" refForName="Parent11" op="lte"/>
              <dgm:constr type="primFontSz" for="des" forName="Child11" refType="primFontSz" refFor="des" refForName="Parent11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Parent11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primFontSz" for="des" forName="Child11" refType="primFontSz" refFor="des" refForName="Child1" op="equ"/>
              <dgm:constr type="r" for="ch" forName="Parent11" refType="w" fact="0.0723"/>
              <dgm:constr type="t" for="ch" forName="Parent11" refType="h" fact="0.2022"/>
              <dgm:constr type="w" for="ch" forName="Parent11" refType="w" fact="0.0579"/>
              <dgm:constr type="h" for="ch" forName="Parent11" refType="h" fact="0.3799"/>
              <dgm:constr type="r" for="ch" forName="Parent10" refType="w" fact="0.162"/>
              <dgm:constr type="t" for="ch" forName="Parent10" refType="h" fact="0.2022"/>
              <dgm:constr type="w" for="ch" forName="Parent10" refType="w" fact="0.0579"/>
              <dgm:constr type="h" for="ch" forName="Parent10" refType="h" fact="0.3799"/>
              <dgm:constr type="r" for="ch" forName="Parent9" refType="w" fact="0.2517"/>
              <dgm:constr type="t" for="ch" forName="Parent9" refType="h" fact="0.2022"/>
              <dgm:constr type="w" for="ch" forName="Parent9" refType="w" fact="0.0579"/>
              <dgm:constr type="h" for="ch" forName="Parent9" refType="h" fact="0.3799"/>
              <dgm:constr type="r" for="ch" forName="Parent8" refType="w" fact="0.3414"/>
              <dgm:constr type="t" for="ch" forName="Parent8" refType="h" fact="0.2022"/>
              <dgm:constr type="w" for="ch" forName="Parent8" refType="w" fact="0.0579"/>
              <dgm:constr type="h" for="ch" forName="Parent8" refType="h" fact="0.3799"/>
              <dgm:constr type="r" for="ch" forName="Parent7" refType="w" fact="0.4311"/>
              <dgm:constr type="t" for="ch" forName="Parent7" refType="h" fact="0.2022"/>
              <dgm:constr type="w" for="ch" forName="Parent7" refType="w" fact="0.0579"/>
              <dgm:constr type="h" for="ch" forName="Parent7" refType="h" fact="0.3799"/>
              <dgm:constr type="r" for="ch" forName="Parent6" refType="w" fact="0.5208"/>
              <dgm:constr type="t" for="ch" forName="Parent6" refType="h" fact="0.2022"/>
              <dgm:constr type="w" for="ch" forName="Parent6" refType="w" fact="0.0579"/>
              <dgm:constr type="h" for="ch" forName="Parent6" refType="h" fact="0.3799"/>
              <dgm:constr type="r" for="ch" forName="Parent5" refType="w" fact="0.6105"/>
              <dgm:constr type="t" for="ch" forName="Parent5" refType="h" fact="0.2022"/>
              <dgm:constr type="w" for="ch" forName="Parent5" refType="w" fact="0.0579"/>
              <dgm:constr type="h" for="ch" forName="Parent5" refType="h" fact="0.3799"/>
              <dgm:constr type="r" for="ch" forName="Parent4" refType="w" fact="0.7001"/>
              <dgm:constr type="t" for="ch" forName="Parent4" refType="h" fact="0.2022"/>
              <dgm:constr type="w" for="ch" forName="Parent4" refType="w" fact="0.0579"/>
              <dgm:constr type="h" for="ch" forName="Parent4" refType="h" fact="0.3799"/>
              <dgm:constr type="r" for="ch" forName="Parent3" refType="w" fact="0.7898"/>
              <dgm:constr type="t" for="ch" forName="Parent3" refType="h" fact="0.2022"/>
              <dgm:constr type="w" for="ch" forName="Parent3" refType="w" fact="0.0579"/>
              <dgm:constr type="h" for="ch" forName="Parent3" refType="h" fact="0.3799"/>
              <dgm:constr type="r" for="ch" forName="Parent2" refType="w" fact="0.8795"/>
              <dgm:constr type="t" for="ch" forName="Parent2" refType="h" fact="0.2022"/>
              <dgm:constr type="w" for="ch" forName="Parent2" refType="w" fact="0.0579"/>
              <dgm:constr type="h" for="ch" forName="Parent2" refType="h" fact="0.3799"/>
              <dgm:constr type="r" for="ch" forName="Parent1" refType="w" fact="0.9692"/>
              <dgm:constr type="t" for="ch" forName="Parent1" refType="h" fact="0.2022"/>
              <dgm:constr type="w" for="ch" forName="Parent1" refType="w" fact="0.0579"/>
              <dgm:constr type="h" for="ch" forName="Parent1" refType="h" fact="0.3799"/>
              <dgm:constr type="r" for="ch" forName="Accent11" refType="w" fact="0.0868"/>
              <dgm:constr type="t" for="ch" forName="Accent11" refType="h" fact="0.1072"/>
              <dgm:constr type="w" for="ch" forName="Accent11" refType="w" fact="0.0868"/>
              <dgm:constr type="h" for="ch" forName="Accent11" refType="h" fact="0.5699"/>
              <dgm:constr type="r" for="ch" forName="ParentBackground11" refType="w" fact="0.0839"/>
              <dgm:constr type="t" for="ch" forName="ParentBackground11" refType="h" fact="0.1262"/>
              <dgm:constr type="w" for="ch" forName="ParentBackground11" refType="w" fact="0.081"/>
              <dgm:constr type="h" for="ch" forName="ParentBackground11" refType="h" fact="0.5319"/>
              <dgm:constr type="r" for="ch" forName="Child11" refType="w" fact="0.0839"/>
              <dgm:constr type="t" for="ch" forName="Child11" refType="h" fact="0.6876"/>
              <dgm:constr type="w" for="ch" forName="Child11" refType="w" fact="0.081"/>
              <dgm:constr type="h" for="ch" forName="Child11" refType="h" fact="0.3124"/>
              <dgm:constr type="r" for="ch" forName="Accent10" refType="w" fact="0.1945"/>
              <dgm:constr type="t" for="ch" forName="Accent10" refType="h" fact="-0.0109"/>
              <dgm:constr type="w" for="ch" forName="Accent10" refType="w" fact="0.1228"/>
              <dgm:constr type="h" for="ch" forName="Accent10" refType="h" fact="0.806"/>
              <dgm:constr type="r" for="ch" forName="ParentBackground10" refType="w" fact="0.1736"/>
              <dgm:constr type="t" for="ch" forName="ParentBackground10" refType="h" fact="0.1262"/>
              <dgm:constr type="w" for="ch" forName="ParentBackground10" refType="w" fact="0.081"/>
              <dgm:constr type="h" for="ch" forName="ParentBackground10" refType="h" fact="0.5319"/>
              <dgm:constr type="r" for="ch" forName="Child10" refType="w" fact="0.1736"/>
              <dgm:constr type="t" for="ch" forName="Child10" refType="h" fact="0.6876"/>
              <dgm:constr type="w" for="ch" forName="Child10" refType="w" fact="0.081"/>
              <dgm:constr type="h" for="ch" forName="Child10" refType="h" fact="0.3124"/>
              <dgm:constr type="r" for="ch" forName="Accent9" refType="w" fact="0.2842"/>
              <dgm:constr type="t" for="ch" forName="Accent9" refType="h" fact="-0.0109"/>
              <dgm:constr type="w" for="ch" forName="Accent9" refType="w" fact="0.1228"/>
              <dgm:constr type="h" for="ch" forName="Accent9" refType="h" fact="0.806"/>
              <dgm:constr type="r" for="ch" forName="ParentBackground9" refType="w" fact="0.2633"/>
              <dgm:constr type="t" for="ch" forName="ParentBackground9" refType="h" fact="0.1262"/>
              <dgm:constr type="w" for="ch" forName="ParentBackground9" refType="w" fact="0.081"/>
              <dgm:constr type="h" for="ch" forName="ParentBackground9" refType="h" fact="0.5319"/>
              <dgm:constr type="r" for="ch" forName="Child9" refType="w" fact="0.2633"/>
              <dgm:constr type="t" for="ch" forName="Child9" refType="h" fact="0.6876"/>
              <dgm:constr type="w" for="ch" forName="Child9" refType="w" fact="0.081"/>
              <dgm:constr type="h" for="ch" forName="Child9" refType="h" fact="0.3124"/>
              <dgm:constr type="r" for="ch" forName="Accent8" refType="w" fact="0.3739"/>
              <dgm:constr type="t" for="ch" forName="Accent8" refType="h" fact="-0.0109"/>
              <dgm:constr type="w" for="ch" forName="Accent8" refType="w" fact="0.1228"/>
              <dgm:constr type="h" for="ch" forName="Accent8" refType="h" fact="0.806"/>
              <dgm:constr type="r" for="ch" forName="ParentBackground8" refType="w" fact="0.353"/>
              <dgm:constr type="t" for="ch" forName="ParentBackground8" refType="h" fact="0.1262"/>
              <dgm:constr type="w" for="ch" forName="ParentBackground8" refType="w" fact="0.081"/>
              <dgm:constr type="h" for="ch" forName="ParentBackground8" refType="h" fact="0.5319"/>
              <dgm:constr type="r" for="ch" forName="Child8" refType="w" fact="0.353"/>
              <dgm:constr type="t" for="ch" forName="Child8" refType="h" fact="0.6876"/>
              <dgm:constr type="w" for="ch" forName="Child8" refType="w" fact="0.081"/>
              <dgm:constr type="h" for="ch" forName="Child8" refType="h" fact="0.3124"/>
              <dgm:constr type="r" for="ch" forName="Accent7" refType="w" fact="0.4636"/>
              <dgm:constr type="t" for="ch" forName="Accent7" refType="h" fact="-0.0109"/>
              <dgm:constr type="w" for="ch" forName="Accent7" refType="w" fact="0.1228"/>
              <dgm:constr type="h" for="ch" forName="Accent7" refType="h" fact="0.806"/>
              <dgm:constr type="r" for="ch" forName="ParentBackground7" refType="w" fact="0.4427"/>
              <dgm:constr type="t" for="ch" forName="ParentBackground7" refType="h" fact="0.1262"/>
              <dgm:constr type="w" for="ch" forName="ParentBackground7" refType="w" fact="0.081"/>
              <dgm:constr type="h" for="ch" forName="ParentBackground7" refType="h" fact="0.5319"/>
              <dgm:constr type="r" for="ch" forName="Child7" refType="w" fact="0.4427"/>
              <dgm:constr type="t" for="ch" forName="Child7" refType="h" fact="0.6876"/>
              <dgm:constr type="w" for="ch" forName="Child7" refType="w" fact="0.081"/>
              <dgm:constr type="h" for="ch" forName="Child7" refType="h" fact="0.3124"/>
              <dgm:constr type="r" for="ch" forName="Accent6" refType="w" fact="0.5533"/>
              <dgm:constr type="t" for="ch" forName="Accent6" refType="h" fact="-0.0109"/>
              <dgm:constr type="w" for="ch" forName="Accent6" refType="w" fact="0.1228"/>
              <dgm:constr type="h" for="ch" forName="Accent6" refType="h" fact="0.806"/>
              <dgm:constr type="r" for="ch" forName="ParentBackground6" refType="w" fact="0.5323"/>
              <dgm:constr type="t" for="ch" forName="ParentBackground6" refType="h" fact="0.1262"/>
              <dgm:constr type="w" for="ch" forName="ParentBackground6" refType="w" fact="0.081"/>
              <dgm:constr type="h" for="ch" forName="ParentBackground6" refType="h" fact="0.5319"/>
              <dgm:constr type="r" for="ch" forName="Child6" refType="w" fact="0.5323"/>
              <dgm:constr type="t" for="ch" forName="Child6" refType="h" fact="0.6876"/>
              <dgm:constr type="w" for="ch" forName="Child6" refType="w" fact="0.081"/>
              <dgm:constr type="h" for="ch" forName="Child6" refType="h" fact="0.3124"/>
              <dgm:constr type="r" for="ch" forName="Accent5" refType="w" fact="0.6429"/>
              <dgm:constr type="t" for="ch" forName="Accent5" refType="h" fact="-0.0109"/>
              <dgm:constr type="w" for="ch" forName="Accent5" refType="w" fact="0.1228"/>
              <dgm:constr type="h" for="ch" forName="Accent5" refType="h" fact="0.806"/>
              <dgm:constr type="r" for="ch" forName="ParentBackground5" refType="w" fact="0.622"/>
              <dgm:constr type="t" for="ch" forName="ParentBackground5" refType="h" fact="0.1262"/>
              <dgm:constr type="w" for="ch" forName="ParentBackground5" refType="w" fact="0.081"/>
              <dgm:constr type="h" for="ch" forName="ParentBackground5" refType="h" fact="0.5319"/>
              <dgm:constr type="r" for="ch" forName="Child5" refType="w" fact="0.622"/>
              <dgm:constr type="t" for="ch" forName="Child5" refType="h" fact="0.6876"/>
              <dgm:constr type="w" for="ch" forName="Child5" refType="w" fact="0.081"/>
              <dgm:constr type="h" for="ch" forName="Child5" refType="h" fact="0.3124"/>
              <dgm:constr type="r" for="ch" forName="Accent4" refType="w" fact="0.7326"/>
              <dgm:constr type="t" for="ch" forName="Accent4" refType="h" fact="-0.0109"/>
              <dgm:constr type="w" for="ch" forName="Accent4" refType="w" fact="0.1228"/>
              <dgm:constr type="h" for="ch" forName="Accent4" refType="h" fact="0.806"/>
              <dgm:constr type="r" for="ch" forName="ParentBackground4" refType="w" fact="0.7117"/>
              <dgm:constr type="t" for="ch" forName="ParentBackground4" refType="h" fact="0.1262"/>
              <dgm:constr type="w" for="ch" forName="ParentBackground4" refType="w" fact="0.081"/>
              <dgm:constr type="h" for="ch" forName="ParentBackground4" refType="h" fact="0.5319"/>
              <dgm:constr type="r" for="ch" forName="Child4" refType="w" fact="0.7117"/>
              <dgm:constr type="t" for="ch" forName="Child4" refType="h" fact="0.6876"/>
              <dgm:constr type="w" for="ch" forName="Child4" refType="w" fact="0.081"/>
              <dgm:constr type="h" for="ch" forName="Child4" refType="h" fact="0.3124"/>
              <dgm:constr type="r" for="ch" forName="Accent3" refType="w" fact="0.8223"/>
              <dgm:constr type="t" for="ch" forName="Accent3" refType="h" fact="-0.0109"/>
              <dgm:constr type="w" for="ch" forName="Accent3" refType="w" fact="0.1228"/>
              <dgm:constr type="h" for="ch" forName="Accent3" refType="h" fact="0.806"/>
              <dgm:constr type="r" for="ch" forName="ParentBackground3" refType="w" fact="0.8014"/>
              <dgm:constr type="t" for="ch" forName="ParentBackground3" refType="h" fact="0.1262"/>
              <dgm:constr type="w" for="ch" forName="ParentBackground3" refType="w" fact="0.081"/>
              <dgm:constr type="h" for="ch" forName="ParentBackground3" refType="h" fact="0.5319"/>
              <dgm:constr type="r" for="ch" forName="Child3" refType="w" fact="0.8014"/>
              <dgm:constr type="t" for="ch" forName="Child3" refType="h" fact="0.6876"/>
              <dgm:constr type="w" for="ch" forName="Child3" refType="w" fact="0.081"/>
              <dgm:constr type="h" for="ch" forName="Child3" refType="h" fact="0.3124"/>
              <dgm:constr type="r" for="ch" forName="Accent2" refType="w" fact="0.912"/>
              <dgm:constr type="t" for="ch" forName="Accent2" refType="h" fact="-0.0109"/>
              <dgm:constr type="w" for="ch" forName="Accent2" refType="w" fact="0.1228"/>
              <dgm:constr type="h" for="ch" forName="Accent2" refType="h" fact="0.806"/>
              <dgm:constr type="r" for="ch" forName="ParentBackground2" refType="w" fact="0.8911"/>
              <dgm:constr type="t" for="ch" forName="ParentBackground2" refType="h" fact="0.1262"/>
              <dgm:constr type="w" for="ch" forName="ParentBackground2" refType="w" fact="0.081"/>
              <dgm:constr type="h" for="ch" forName="ParentBackground2" refType="h" fact="0.5319"/>
              <dgm:constr type="r" for="ch" forName="Child2" refType="w" fact="0.8911"/>
              <dgm:constr type="t" for="ch" forName="Child2" refType="h" fact="0.6876"/>
              <dgm:constr type="w" for="ch" forName="Child2" refType="w" fact="0.081"/>
              <dgm:constr type="h" for="ch" forName="Child2" refType="h" fact="0.3124"/>
              <dgm:constr type="r" for="ch" forName="Accent1" refType="w" fact="1.0017"/>
              <dgm:constr type="t" for="ch" forName="Accent1" refType="h" fact="-0.0109"/>
              <dgm:constr type="w" for="ch" forName="Accent1" refType="w" fact="0.1228"/>
              <dgm:constr type="h" for="ch" forName="Accent1" refType="h" fact="0.806"/>
              <dgm:constr type="r" for="ch" forName="ParentBackground1" refType="w" fact="0.9808"/>
              <dgm:constr type="t" for="ch" forName="ParentBackground1" refType="h" fact="0.1262"/>
              <dgm:constr type="w" for="ch" forName="ParentBackground1" refType="w" fact="0.081"/>
              <dgm:constr type="h" for="ch" forName="ParentBackground1" refType="h" fact="0.5319"/>
              <dgm:constr type="r" for="ch" forName="Child1" refType="w" fact="0.9808"/>
              <dgm:constr type="t" for="ch" forName="Child1" refType="h" fact="0.6876"/>
              <dgm:constr type="w" for="ch" forName="Child1" refType="w" fact="0.081"/>
              <dgm:constr type="h" for="ch" forName="Child1" refType="h" fact="0.3124"/>
            </dgm:constrLst>
          </dgm:else>
        </dgm:choose>
      </dgm:else>
    </dgm:choose>
    <dgm:forEach name="wrapper" axis="self" ptType="parTrans">
      <dgm:forEach name="accentRepeat" axis="self">
        <dgm:layoutNode name="Accent" styleLbl="node1">
          <dgm:alg type="sp"/>
          <dgm:choose name="Name28">
            <dgm:if name="Name29" axis="followSib" ptType="node" func="cnt" op="equ" val="0">
              <dgm:shape xmlns:r="http://schemas.openxmlformats.org/officeDocument/2006/relationships" type="ellipse" r:blip="">
                <dgm:adjLst/>
              </dgm:shape>
            </dgm:if>
            <dgm:else name="Name30">
              <dgm:choose name="Name31">
                <dgm:if name="Name32" axis="precedSib" ptType="node" func="cnt" op="equ" val="10">
                  <dgm:shape xmlns:r="http://schemas.openxmlformats.org/officeDocument/2006/relationships" type="ellipse" r:blip="">
                    <dgm:adjLst/>
                  </dgm:shape>
                </dgm:if>
                <dgm:else name="Name33">
                  <dgm:choose name="Name34">
                    <dgm:if name="Name35" func="var" arg="dir" op="equ" val="norm">
                      <dgm:shape xmlns:r="http://schemas.openxmlformats.org/officeDocument/2006/relationships" rot="45" type="teardrop" r:blip="">
                        <dgm:adjLst>
                          <dgm:adj idx="1" val="1"/>
                        </dgm:adjLst>
                      </dgm:shape>
                    </dgm:if>
                    <dgm:else name="Name36">
                      <dgm:shape xmlns:r="http://schemas.openxmlformats.org/officeDocument/2006/relationships" rot="225" type="teardrop" r:blip="">
                        <dgm:adjLst>
                          <dgm:adj idx="1" val="1"/>
                        </dgm:adjLst>
                      </dgm:shape>
                    </dgm:else>
                  </dgm:choose>
                </dgm:else>
              </dgm:choose>
            </dgm:else>
          </dgm:choose>
          <dgm:presOf/>
        </dgm:layoutNode>
      </dgm:forEach>
      <dgm:forEach name="parentBackgroundRepeat" axis="self">
        <dgm:layoutNode name="ParentBackground" styleLbl="node1">
          <dgm:alg type="sp"/>
          <dgm:shape xmlns:r="http://schemas.openxmlformats.org/officeDocument/2006/relationships" type="ellipse" r:blip="">
            <dgm:adjLst/>
          </dgm:shape>
          <dgm:presOf axis="self" ptType="node"/>
        </dgm:layoutNode>
      </dgm:forEach>
    </dgm:forEach>
    <dgm:forEach name="Name37" axis="ch" ptType="node" st="11" cnt="1">
      <dgm:layoutNode name="Accent11">
        <dgm:alg type="sp"/>
        <dgm:shape xmlns:r="http://schemas.openxmlformats.org/officeDocument/2006/relationships" r:blip="">
          <dgm:adjLst/>
        </dgm:shape>
        <dgm:presOf/>
        <dgm:constrLst/>
        <dgm:forEach name="Name38" ref="accentRepeat"/>
      </dgm:layoutNode>
      <dgm:layoutNode name="ParentBackground11">
        <dgm:alg type="sp"/>
        <dgm:shape xmlns:r="http://schemas.openxmlformats.org/officeDocument/2006/relationships" r:blip="">
          <dgm:adjLst/>
        </dgm:shape>
        <dgm:presOf/>
        <dgm:forEach name="Name39" ref="parentBackgroundRepeat"/>
      </dgm:layoutNode>
      <dgm:choose name="Name40">
        <dgm:if name="Name41" axis="ch" ptType="node" func="cnt" op="gte" val="1">
          <dgm:layoutNode name="Child11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42"/>
      </dgm:choose>
      <dgm:layoutNode name="Parent11" styleLbl="fgAcc0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43" axis="ch" ptType="node" st="10" cnt="1">
      <dgm:layoutNode name="Accent10">
        <dgm:alg type="sp"/>
        <dgm:shape xmlns:r="http://schemas.openxmlformats.org/officeDocument/2006/relationships" r:blip="">
          <dgm:adjLst/>
        </dgm:shape>
        <dgm:presOf/>
        <dgm:constrLst/>
        <dgm:forEach name="Name44" ref="accentRepeat"/>
      </dgm:layoutNode>
      <dgm:layoutNode name="ParentBackground10">
        <dgm:alg type="sp"/>
        <dgm:shape xmlns:r="http://schemas.openxmlformats.org/officeDocument/2006/relationships" r:blip="">
          <dgm:adjLst/>
        </dgm:shape>
        <dgm:presOf/>
        <dgm:forEach name="Name45" ref="parentBackgroundRepeat"/>
      </dgm:layoutNode>
      <dgm:choose name="Name46">
        <dgm:if name="Name47" axis="ch" ptType="node" func="cnt" op="gte" val="1">
          <dgm:layoutNode name="Child10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48"/>
      </dgm:choose>
      <dgm:layoutNode name="Parent10" styleLbl="fgAcc0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49" axis="ch" ptType="node" st="9" cnt="1">
      <dgm:layoutNode name="Accent9">
        <dgm:alg type="sp"/>
        <dgm:shape xmlns:r="http://schemas.openxmlformats.org/officeDocument/2006/relationships" r:blip="">
          <dgm:adjLst/>
        </dgm:shape>
        <dgm:presOf/>
        <dgm:constrLst/>
        <dgm:forEach name="Name50" ref="accentRepeat"/>
      </dgm:layoutNode>
      <dgm:layoutNode name="ParentBackground9">
        <dgm:alg type="sp"/>
        <dgm:shape xmlns:r="http://schemas.openxmlformats.org/officeDocument/2006/relationships" r:blip="">
          <dgm:adjLst/>
        </dgm:shape>
        <dgm:presOf/>
        <dgm:forEach name="Name51" ref="parentBackgroundRepeat"/>
      </dgm:layoutNode>
      <dgm:choose name="Name52">
        <dgm:if name="Name53" axis="ch" ptType="node" func="cnt" op="gte" val="1">
          <dgm:layoutNode name="Child9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54"/>
      </dgm:choose>
      <dgm:layoutNode name="Parent9" styleLbl="fgAcc0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55" axis="ch" ptType="node" st="8" cnt="1">
      <dgm:layoutNode name="Accent8">
        <dgm:alg type="sp"/>
        <dgm:shape xmlns:r="http://schemas.openxmlformats.org/officeDocument/2006/relationships" r:blip="">
          <dgm:adjLst/>
        </dgm:shape>
        <dgm:presOf/>
        <dgm:constrLst/>
        <dgm:forEach name="Name56" ref="accentRepeat"/>
      </dgm:layoutNode>
      <dgm:layoutNode name="ParentBackground8">
        <dgm:alg type="sp"/>
        <dgm:shape xmlns:r="http://schemas.openxmlformats.org/officeDocument/2006/relationships" r:blip="">
          <dgm:adjLst/>
        </dgm:shape>
        <dgm:presOf/>
        <dgm:forEach name="Name57" ref="parentBackgroundRepeat"/>
      </dgm:layoutNode>
      <dgm:choose name="Name58">
        <dgm:if name="Name59" axis="ch" ptType="node" func="cnt" op="gte" val="1">
          <dgm:layoutNode name="Child8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60"/>
      </dgm:choose>
      <dgm:layoutNode name="Parent8" styleLbl="fgAcc0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61" axis="ch" ptType="node" st="7" cnt="1">
      <dgm:layoutNode name="Accent7">
        <dgm:alg type="sp"/>
        <dgm:shape xmlns:r="http://schemas.openxmlformats.org/officeDocument/2006/relationships" r:blip="">
          <dgm:adjLst/>
        </dgm:shape>
        <dgm:presOf/>
        <dgm:constrLst/>
        <dgm:forEach name="Name62" ref="accentRepeat"/>
      </dgm:layoutNode>
      <dgm:layoutNode name="ParentBackground7">
        <dgm:alg type="sp"/>
        <dgm:shape xmlns:r="http://schemas.openxmlformats.org/officeDocument/2006/relationships" r:blip="">
          <dgm:adjLst/>
        </dgm:shape>
        <dgm:presOf/>
        <dgm:forEach name="Name63" ref="parentBackgroundRepeat"/>
      </dgm:layoutNode>
      <dgm:choose name="Name64">
        <dgm:if name="Name65" axis="ch" ptType="node" func="cnt" op="gte" val="1">
          <dgm:layoutNode name="Child7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66"/>
      </dgm:choose>
      <dgm:layoutNode name="Parent7" styleLbl="fgAcc0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67" axis="ch" ptType="node" st="6" cnt="1">
      <dgm:layoutNode name="Accent6">
        <dgm:alg type="sp"/>
        <dgm:shape xmlns:r="http://schemas.openxmlformats.org/officeDocument/2006/relationships" r:blip="">
          <dgm:adjLst/>
        </dgm:shape>
        <dgm:presOf/>
        <dgm:constrLst/>
        <dgm:forEach name="Name68" ref="accentRepeat"/>
      </dgm:layoutNode>
      <dgm:layoutNode name="ParentBackground6">
        <dgm:alg type="sp"/>
        <dgm:shape xmlns:r="http://schemas.openxmlformats.org/officeDocument/2006/relationships" r:blip="">
          <dgm:adjLst/>
        </dgm:shape>
        <dgm:presOf/>
        <dgm:forEach name="Name69" ref="parentBackgroundRepeat"/>
      </dgm:layoutNode>
      <dgm:choose name="Name70">
        <dgm:if name="Name71" axis="ch" ptType="node" func="cnt" op="gte" val="1">
          <dgm:layoutNode name="Child6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72"/>
      </dgm:choose>
      <dgm:layoutNode name="Parent6" styleLbl="fgAcc0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73" axis="ch" ptType="node" st="5" cnt="1">
      <dgm:layoutNode name="Accent5">
        <dgm:alg type="sp"/>
        <dgm:shape xmlns:r="http://schemas.openxmlformats.org/officeDocument/2006/relationships" r:blip="">
          <dgm:adjLst/>
        </dgm:shape>
        <dgm:presOf/>
        <dgm:constrLst/>
        <dgm:forEach name="Name74" ref="accentRepeat"/>
      </dgm:layoutNode>
      <dgm:layoutNode name="ParentBackground5">
        <dgm:alg type="sp"/>
        <dgm:shape xmlns:r="http://schemas.openxmlformats.org/officeDocument/2006/relationships" r:blip="">
          <dgm:adjLst/>
        </dgm:shape>
        <dgm:presOf/>
        <dgm:forEach name="Name75" ref="parentBackgroundRepeat"/>
      </dgm:layoutNode>
      <dgm:choose name="Name76">
        <dgm:if name="Name77" axis="ch" ptType="node" func="cnt" op="gte" val="1">
          <dgm:layoutNode name="Child5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78"/>
      </dgm:choose>
      <dgm:layoutNode name="Parent5" styleLbl="fgAcc0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79" axis="ch" ptType="node" st="4" cnt="1">
      <dgm:layoutNode name="Accent4">
        <dgm:alg type="sp"/>
        <dgm:shape xmlns:r="http://schemas.openxmlformats.org/officeDocument/2006/relationships" r:blip="">
          <dgm:adjLst/>
        </dgm:shape>
        <dgm:presOf/>
        <dgm:constrLst/>
        <dgm:forEach name="Name80" ref="accentRepeat"/>
      </dgm:layoutNode>
      <dgm:layoutNode name="ParentBackground4">
        <dgm:alg type="sp"/>
        <dgm:shape xmlns:r="http://schemas.openxmlformats.org/officeDocument/2006/relationships" r:blip="">
          <dgm:adjLst/>
        </dgm:shape>
        <dgm:presOf/>
        <dgm:forEach name="Name81" ref="parentBackgroundRepeat"/>
      </dgm:layoutNode>
      <dgm:choose name="Name82">
        <dgm:if name="Name83" axis="ch" ptType="node" func="cnt" op="gte" val="1">
          <dgm:layoutNode name="Child4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84"/>
      </dgm:choose>
      <dgm:layoutNode name="Parent4" styleLbl="fgAcc0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85" axis="ch" ptType="node" st="3" cnt="1">
      <dgm:layoutNode name="Accent3">
        <dgm:alg type="sp"/>
        <dgm:shape xmlns:r="http://schemas.openxmlformats.org/officeDocument/2006/relationships" r:blip="">
          <dgm:adjLst/>
        </dgm:shape>
        <dgm:presOf/>
        <dgm:constrLst/>
        <dgm:forEach name="Name86" ref="accentRepeat"/>
      </dgm:layoutNode>
      <dgm:layoutNode name="ParentBackground3">
        <dgm:alg type="sp"/>
        <dgm:shape xmlns:r="http://schemas.openxmlformats.org/officeDocument/2006/relationships" r:blip="">
          <dgm:adjLst/>
        </dgm:shape>
        <dgm:presOf/>
        <dgm:forEach name="Name87" ref="parentBackgroundRepeat"/>
      </dgm:layoutNode>
      <dgm:choose name="Name88">
        <dgm:if name="Name89" axis="ch" ptType="node" func="cnt" op="gte" val="1">
          <dgm:layoutNode name="Child3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90"/>
      </dgm:choose>
      <dgm:layoutNode name="Parent3" styleLbl="fgAcc0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91" axis="ch" ptType="node" st="2" cnt="1">
      <dgm:layoutNode name="Accent2">
        <dgm:alg type="sp"/>
        <dgm:shape xmlns:r="http://schemas.openxmlformats.org/officeDocument/2006/relationships" r:blip="">
          <dgm:adjLst/>
        </dgm:shape>
        <dgm:presOf/>
        <dgm:constrLst/>
        <dgm:forEach name="Name92" ref="accentRepeat"/>
      </dgm:layoutNode>
      <dgm:layoutNode name="ParentBackground2" styleLbl="fgAcc1">
        <dgm:alg type="sp"/>
        <dgm:shape xmlns:r="http://schemas.openxmlformats.org/officeDocument/2006/relationships" r:blip="">
          <dgm:adjLst/>
        </dgm:shape>
        <dgm:presOf/>
        <dgm:forEach name="Name93" ref="parentBackgroundRepeat"/>
      </dgm:layoutNode>
      <dgm:choose name="Name94">
        <dgm:if name="Name95" axis="ch" ptType="node" func="cnt" op="gte" val="1">
          <dgm:layoutNode name="Child2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96"/>
      </dgm:choose>
      <dgm:layoutNode name="Parent2" styleLbl="fgAcc0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97" axis="ch" ptType="node" cnt="1">
      <dgm:layoutNode name="Accent1">
        <dgm:alg type="sp"/>
        <dgm:shape xmlns:r="http://schemas.openxmlformats.org/officeDocument/2006/relationships" r:blip="">
          <dgm:adjLst/>
        </dgm:shape>
        <dgm:presOf/>
        <dgm:constrLst/>
        <dgm:forEach name="Name98" ref="accentRepeat"/>
      </dgm:layoutNode>
      <dgm:layoutNode name="ParentBackground1">
        <dgm:alg type="sp"/>
        <dgm:shape xmlns:r="http://schemas.openxmlformats.org/officeDocument/2006/relationships" r:blip="">
          <dgm:adjLst/>
        </dgm:shape>
        <dgm:presOf/>
        <dgm:forEach name="Name99" ref="parentBackgroundRepeat"/>
      </dgm:layoutNode>
      <dgm:choose name="Name100">
        <dgm:if name="Name101" axis="ch" ptType="node" func="cnt" op="gte" val="1">
          <dgm:layoutNode name="Child1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102"/>
      </dgm:choose>
      <dgm:layoutNode name="Parent1" styleLbl="fgAcc0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Slide Background">
            <a:extLst>
              <a:ext uri="{FF2B5EF4-FFF2-40B4-BE49-F238E27FC236}">
                <a16:creationId xmlns:a16="http://schemas.microsoft.com/office/drawing/2014/main" id="{9F7D5CDA-D291-4307-BF55-1381FED296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Marketing ROI Analysis</a:t>
            </a:r>
          </a:p>
          <a:p>
            <a:endParaRPr/>
          </a:p>
          <a:p>
            <a:r>
              <a:t>Examining discrepancies between reported and modeled revenue to uncover drivers of incremental impact, diminishing returns, and channel interactions.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1350" y="762001"/>
            <a:ext cx="4000647" cy="1708242"/>
          </a:xfrm>
        </p:spPr>
        <p:txBody>
          <a:bodyPr anchor="ctr">
            <a:normAutofit fontScale="90000"/>
          </a:bodyPr>
          <a:lstStyle/>
          <a:p>
            <a:r>
              <a:rPr lang="en-US" sz="3600" dirty="0"/>
              <a:t>Marketing Mix Modeling: Revenue Discrepancy Analysis</a:t>
            </a:r>
            <a:endParaRPr lang="en-US" sz="35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350" y="2470244"/>
            <a:ext cx="4000647" cy="3769835"/>
          </a:xfrm>
        </p:spPr>
        <p:txBody>
          <a:bodyPr anchor="ctr">
            <a:normAutofit/>
          </a:bodyPr>
          <a:lstStyle/>
          <a:p>
            <a:r>
              <a:rPr lang="en-US" sz="1700" dirty="0"/>
              <a:t>Overview of data exploration, metric distributions, and channel comparisons between dev and prod environments.</a:t>
            </a:r>
          </a:p>
        </p:txBody>
      </p:sp>
      <p:pic>
        <p:nvPicPr>
          <p:cNvPr id="5" name="Picture 4" descr="Financial graphs on a dark display">
            <a:extLst>
              <a:ext uri="{FF2B5EF4-FFF2-40B4-BE49-F238E27FC236}">
                <a16:creationId xmlns:a16="http://schemas.microsoft.com/office/drawing/2014/main" id="{2EEE2C3D-3B3A-43C8-8133-3476592C228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8894" r="34704" b="2"/>
          <a:stretch>
            <a:fillRect/>
          </a:stretch>
        </p:blipFill>
        <p:spPr>
          <a:xfrm>
            <a:off x="5143347" y="-10886"/>
            <a:ext cx="4000653" cy="6868886"/>
          </a:xfrm>
          <a:prstGeom prst="rect">
            <a:avLst/>
          </a:prstGeom>
          <a:effectLst>
            <a:outerShdw blurRad="127000" dist="50800" dir="10800000" sx="99000" sy="99000" algn="r" rotWithShape="0">
              <a:prstClr val="black">
                <a:alpha val="40000"/>
              </a:prstClr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0" name="Rectangle 39">
            <a:extLst>
              <a:ext uri="{FF2B5EF4-FFF2-40B4-BE49-F238E27FC236}">
                <a16:creationId xmlns:a16="http://schemas.microsoft.com/office/drawing/2014/main" id="{EE52C6F3-26E1-4223-9BF6-7F985A59C3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3" y="0"/>
            <a:ext cx="9144007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Reported vs. Modeled Revenue</a:t>
            </a:r>
          </a:p>
          <a:p>
            <a:endParaRPr/>
          </a:p>
          <a:p>
            <a:r>
              <a:t>- Observation: Modeled revenue is lower across nearly all channels.</a:t>
            </a:r>
          </a:p>
          <a:p>
            <a:r>
              <a:t>- Reason: Platforms report total influenced revenue; MMM isolates incremental short-term lift.</a:t>
            </a:r>
          </a:p>
          <a:p>
            <a:r>
              <a:t>- Implication: Reported numbers reflect broad influence, while modeled revenue reveals causal efficiency.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2296" y="457201"/>
            <a:ext cx="4785943" cy="1556870"/>
          </a:xfrm>
        </p:spPr>
        <p:txBody>
          <a:bodyPr anchor="b">
            <a:normAutofit/>
          </a:bodyPr>
          <a:lstStyle/>
          <a:p>
            <a:r>
              <a:rPr lang="en-US" sz="3500"/>
              <a:t>Reported vs Modeled Revenue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52297" y="2277036"/>
            <a:ext cx="4785942" cy="3461155"/>
          </a:xfrm>
        </p:spPr>
        <p:txBody>
          <a:bodyPr>
            <a:normAutofit/>
          </a:bodyPr>
          <a:lstStyle/>
          <a:p>
            <a:r>
              <a:rPr lang="en-US" sz="1700" dirty="0"/>
              <a:t>Hypothesis: Modeled revenue is generally lower as the model only captures incremental impact.</a:t>
            </a:r>
          </a:p>
          <a:p>
            <a:r>
              <a:rPr lang="en-US" sz="1600" dirty="0"/>
              <a:t>Compared reported revenue across channels over time</a:t>
            </a:r>
          </a:p>
          <a:p>
            <a:pPr>
              <a:defRPr sz="1800"/>
            </a:pPr>
            <a:r>
              <a:rPr lang="en-US" sz="1600" dirty="0"/>
              <a:t>Visualized reported vs modeled revenue per channel</a:t>
            </a:r>
          </a:p>
          <a:p>
            <a:pPr>
              <a:defRPr sz="1800"/>
            </a:pPr>
            <a:r>
              <a:rPr lang="en-US" sz="1600" dirty="0"/>
              <a:t>Observed that modeled revenue &lt; reported revenue for almost all channels</a:t>
            </a:r>
          </a:p>
          <a:p>
            <a:pPr>
              <a:defRPr sz="1800"/>
            </a:pPr>
            <a:r>
              <a:rPr lang="en-US" sz="1600" dirty="0"/>
              <a:t>Explained by model focusing on incremental short-term impact vs. reported totals</a:t>
            </a:r>
          </a:p>
        </p:txBody>
      </p:sp>
      <p:pic>
        <p:nvPicPr>
          <p:cNvPr id="23" name="Picture 22" descr="A graph with blue dots and red line&#10;&#10;AI-generated content may be incorrect.">
            <a:extLst>
              <a:ext uri="{FF2B5EF4-FFF2-40B4-BE49-F238E27FC236}">
                <a16:creationId xmlns:a16="http://schemas.microsoft.com/office/drawing/2014/main" id="{91BB3E16-F864-B66F-AE59-DF5DF50078A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762" r="2299" b="-1"/>
          <a:stretch>
            <a:fillRect/>
          </a:stretch>
        </p:blipFill>
        <p:spPr>
          <a:xfrm>
            <a:off x="6115049" y="10"/>
            <a:ext cx="3028951" cy="3224437"/>
          </a:xfrm>
          <a:prstGeom prst="rect">
            <a:avLst/>
          </a:prstGeom>
        </p:spPr>
      </p:pic>
      <p:pic>
        <p:nvPicPr>
          <p:cNvPr id="25" name="Picture 24" descr="A graph with blue dots and red line&#10;&#10;AI-generated content may be incorrect.">
            <a:extLst>
              <a:ext uri="{FF2B5EF4-FFF2-40B4-BE49-F238E27FC236}">
                <a16:creationId xmlns:a16="http://schemas.microsoft.com/office/drawing/2014/main" id="{ACA73055-79A9-8C79-D98D-A7627E9245A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992" r="1638" b="2"/>
          <a:stretch>
            <a:fillRect/>
          </a:stretch>
        </p:blipFill>
        <p:spPr>
          <a:xfrm>
            <a:off x="6115050" y="3224447"/>
            <a:ext cx="3028950" cy="3175925"/>
          </a:xfrm>
          <a:prstGeom prst="rect">
            <a:avLst/>
          </a:prstGeom>
        </p:spPr>
      </p:pic>
      <p:sp>
        <p:nvSpPr>
          <p:cNvPr id="41" name="Rectangle 40">
            <a:extLst>
              <a:ext uri="{FF2B5EF4-FFF2-40B4-BE49-F238E27FC236}">
                <a16:creationId xmlns:a16="http://schemas.microsoft.com/office/drawing/2014/main" id="{5A65989E-BBD5-44D7-AA86-7AFD5D46BB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0" y="6400799"/>
            <a:ext cx="9144000" cy="456773"/>
          </a:xfrm>
          <a:prstGeom prst="rect">
            <a:avLst/>
          </a:prstGeom>
          <a:gradFill>
            <a:gsLst>
              <a:gs pos="0">
                <a:schemeClr val="accent1"/>
              </a:gs>
              <a:gs pos="66000">
                <a:srgbClr val="000000"/>
              </a:gs>
            </a:gsLst>
            <a:lin ang="10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231A2881-D8D7-4A7D-ACA3-E9F849F853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6400800"/>
            <a:ext cx="6115049" cy="456772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100000">
                <a:schemeClr val="accent1">
                  <a:lumMod val="7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7" name="Rectangle 26">
            <a:extLst>
              <a:ext uri="{FF2B5EF4-FFF2-40B4-BE49-F238E27FC236}">
                <a16:creationId xmlns:a16="http://schemas.microsoft.com/office/drawing/2014/main" id="{A8908DB7-C3A6-4FCB-9820-CEE02B398C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Next Steps</a:t>
            </a:r>
          </a:p>
          <a:p>
            <a:endParaRPr/>
          </a:p>
          <a:p>
            <a:r>
              <a:t>1. Reallocate budget away from saturated channels toward higher incremental ROI opportunities.</a:t>
            </a:r>
          </a:p>
          <a:p>
            <a:r>
              <a:t>2. Identify collinear channels and test optimal spend combinations.</a:t>
            </a:r>
          </a:p>
          <a:p>
            <a:r>
              <a:t>3. Incorporate lag effects into planning—budget for both short-term impact and long-term brand lift.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5965406-0D36-8783-68BB-FA2C0567DD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3202" y="640823"/>
            <a:ext cx="2564892" cy="5583148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3600" dirty="0"/>
              <a:t>Lagged Correlations Between Spend and Modeled Revenue</a:t>
            </a:r>
          </a:p>
        </p:txBody>
      </p:sp>
      <p:sp>
        <p:nvSpPr>
          <p:cNvPr id="29" name="sketch line">
            <a:extLst>
              <a:ext uri="{FF2B5EF4-FFF2-40B4-BE49-F238E27FC236}">
                <a16:creationId xmlns:a16="http://schemas.microsoft.com/office/drawing/2014/main" id="{535742DD-1B16-4E9D-B715-0D74B4574A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3200400" y="630936"/>
            <a:ext cx="13716" cy="5590381"/>
          </a:xfrm>
          <a:custGeom>
            <a:avLst/>
            <a:gdLst>
              <a:gd name="connsiteX0" fmla="*/ 0 w 13716"/>
              <a:gd name="connsiteY0" fmla="*/ 0 h 5590381"/>
              <a:gd name="connsiteX1" fmla="*/ 13716 w 13716"/>
              <a:gd name="connsiteY1" fmla="*/ 0 h 5590381"/>
              <a:gd name="connsiteX2" fmla="*/ 13716 w 13716"/>
              <a:gd name="connsiteY2" fmla="*/ 754701 h 5590381"/>
              <a:gd name="connsiteX3" fmla="*/ 13716 w 13716"/>
              <a:gd name="connsiteY3" fmla="*/ 1565307 h 5590381"/>
              <a:gd name="connsiteX4" fmla="*/ 13716 w 13716"/>
              <a:gd name="connsiteY4" fmla="*/ 2152297 h 5590381"/>
              <a:gd name="connsiteX5" fmla="*/ 13716 w 13716"/>
              <a:gd name="connsiteY5" fmla="*/ 2906998 h 5590381"/>
              <a:gd name="connsiteX6" fmla="*/ 13716 w 13716"/>
              <a:gd name="connsiteY6" fmla="*/ 3549892 h 5590381"/>
              <a:gd name="connsiteX7" fmla="*/ 13716 w 13716"/>
              <a:gd name="connsiteY7" fmla="*/ 4080978 h 5590381"/>
              <a:gd name="connsiteX8" fmla="*/ 13716 w 13716"/>
              <a:gd name="connsiteY8" fmla="*/ 4835680 h 5590381"/>
              <a:gd name="connsiteX9" fmla="*/ 13716 w 13716"/>
              <a:gd name="connsiteY9" fmla="*/ 5590381 h 5590381"/>
              <a:gd name="connsiteX10" fmla="*/ 0 w 13716"/>
              <a:gd name="connsiteY10" fmla="*/ 5590381 h 5590381"/>
              <a:gd name="connsiteX11" fmla="*/ 0 w 13716"/>
              <a:gd name="connsiteY11" fmla="*/ 4835680 h 5590381"/>
              <a:gd name="connsiteX12" fmla="*/ 0 w 13716"/>
              <a:gd name="connsiteY12" fmla="*/ 4304593 h 5590381"/>
              <a:gd name="connsiteX13" fmla="*/ 0 w 13716"/>
              <a:gd name="connsiteY13" fmla="*/ 3773507 h 5590381"/>
              <a:gd name="connsiteX14" fmla="*/ 0 w 13716"/>
              <a:gd name="connsiteY14" fmla="*/ 3186517 h 5590381"/>
              <a:gd name="connsiteX15" fmla="*/ 0 w 13716"/>
              <a:gd name="connsiteY15" fmla="*/ 2487720 h 5590381"/>
              <a:gd name="connsiteX16" fmla="*/ 0 w 13716"/>
              <a:gd name="connsiteY16" fmla="*/ 1956633 h 5590381"/>
              <a:gd name="connsiteX17" fmla="*/ 0 w 13716"/>
              <a:gd name="connsiteY17" fmla="*/ 1425547 h 5590381"/>
              <a:gd name="connsiteX18" fmla="*/ 0 w 13716"/>
              <a:gd name="connsiteY18" fmla="*/ 614942 h 5590381"/>
              <a:gd name="connsiteX19" fmla="*/ 0 w 13716"/>
              <a:gd name="connsiteY19" fmla="*/ 0 h 55903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13716" h="5590381" fill="none" extrusionOk="0">
                <a:moveTo>
                  <a:pt x="0" y="0"/>
                </a:moveTo>
                <a:cubicBezTo>
                  <a:pt x="6519" y="-664"/>
                  <a:pt x="8288" y="665"/>
                  <a:pt x="13716" y="0"/>
                </a:cubicBezTo>
                <a:cubicBezTo>
                  <a:pt x="-9798" y="225076"/>
                  <a:pt x="41703" y="562283"/>
                  <a:pt x="13716" y="754701"/>
                </a:cubicBezTo>
                <a:cubicBezTo>
                  <a:pt x="-14271" y="947119"/>
                  <a:pt x="25509" y="1239251"/>
                  <a:pt x="13716" y="1565307"/>
                </a:cubicBezTo>
                <a:cubicBezTo>
                  <a:pt x="1923" y="1891363"/>
                  <a:pt x="2588" y="1999140"/>
                  <a:pt x="13716" y="2152297"/>
                </a:cubicBezTo>
                <a:cubicBezTo>
                  <a:pt x="24845" y="2305454"/>
                  <a:pt x="24133" y="2598333"/>
                  <a:pt x="13716" y="2906998"/>
                </a:cubicBezTo>
                <a:cubicBezTo>
                  <a:pt x="3299" y="3215663"/>
                  <a:pt x="30691" y="3327412"/>
                  <a:pt x="13716" y="3549892"/>
                </a:cubicBezTo>
                <a:cubicBezTo>
                  <a:pt x="-3259" y="3772372"/>
                  <a:pt x="33989" y="3843836"/>
                  <a:pt x="13716" y="4080978"/>
                </a:cubicBezTo>
                <a:cubicBezTo>
                  <a:pt x="-6557" y="4318120"/>
                  <a:pt x="-8378" y="4511166"/>
                  <a:pt x="13716" y="4835680"/>
                </a:cubicBezTo>
                <a:cubicBezTo>
                  <a:pt x="35810" y="5160194"/>
                  <a:pt x="-17642" y="5401748"/>
                  <a:pt x="13716" y="5590381"/>
                </a:cubicBezTo>
                <a:cubicBezTo>
                  <a:pt x="8599" y="5590092"/>
                  <a:pt x="6708" y="5590668"/>
                  <a:pt x="0" y="5590381"/>
                </a:cubicBezTo>
                <a:cubicBezTo>
                  <a:pt x="-6480" y="5250523"/>
                  <a:pt x="-32148" y="5052531"/>
                  <a:pt x="0" y="4835680"/>
                </a:cubicBezTo>
                <a:cubicBezTo>
                  <a:pt x="32148" y="4618829"/>
                  <a:pt x="5352" y="4496374"/>
                  <a:pt x="0" y="4304593"/>
                </a:cubicBezTo>
                <a:cubicBezTo>
                  <a:pt x="-5352" y="4112812"/>
                  <a:pt x="9645" y="3919423"/>
                  <a:pt x="0" y="3773507"/>
                </a:cubicBezTo>
                <a:cubicBezTo>
                  <a:pt x="-9645" y="3627591"/>
                  <a:pt x="-10654" y="3330687"/>
                  <a:pt x="0" y="3186517"/>
                </a:cubicBezTo>
                <a:cubicBezTo>
                  <a:pt x="10654" y="3042347"/>
                  <a:pt x="18181" y="2635923"/>
                  <a:pt x="0" y="2487720"/>
                </a:cubicBezTo>
                <a:cubicBezTo>
                  <a:pt x="-18181" y="2339517"/>
                  <a:pt x="-7947" y="2113537"/>
                  <a:pt x="0" y="1956633"/>
                </a:cubicBezTo>
                <a:cubicBezTo>
                  <a:pt x="7947" y="1799729"/>
                  <a:pt x="-15145" y="1657735"/>
                  <a:pt x="0" y="1425547"/>
                </a:cubicBezTo>
                <a:cubicBezTo>
                  <a:pt x="15145" y="1193359"/>
                  <a:pt x="-23832" y="948054"/>
                  <a:pt x="0" y="614942"/>
                </a:cubicBezTo>
                <a:cubicBezTo>
                  <a:pt x="23832" y="281831"/>
                  <a:pt x="2816" y="129878"/>
                  <a:pt x="0" y="0"/>
                </a:cubicBezTo>
                <a:close/>
              </a:path>
              <a:path w="13716" h="5590381" stroke="0" extrusionOk="0">
                <a:moveTo>
                  <a:pt x="0" y="0"/>
                </a:moveTo>
                <a:cubicBezTo>
                  <a:pt x="4626" y="620"/>
                  <a:pt x="7856" y="-428"/>
                  <a:pt x="13716" y="0"/>
                </a:cubicBezTo>
                <a:cubicBezTo>
                  <a:pt x="36569" y="165299"/>
                  <a:pt x="-959" y="427555"/>
                  <a:pt x="13716" y="698798"/>
                </a:cubicBezTo>
                <a:cubicBezTo>
                  <a:pt x="28391" y="970041"/>
                  <a:pt x="15108" y="1226199"/>
                  <a:pt x="13716" y="1397595"/>
                </a:cubicBezTo>
                <a:cubicBezTo>
                  <a:pt x="12324" y="1568991"/>
                  <a:pt x="34226" y="1794517"/>
                  <a:pt x="13716" y="2152297"/>
                </a:cubicBezTo>
                <a:cubicBezTo>
                  <a:pt x="-6794" y="2510077"/>
                  <a:pt x="36274" y="2594424"/>
                  <a:pt x="13716" y="2739287"/>
                </a:cubicBezTo>
                <a:cubicBezTo>
                  <a:pt x="-8842" y="2884150"/>
                  <a:pt x="22545" y="3129706"/>
                  <a:pt x="13716" y="3493988"/>
                </a:cubicBezTo>
                <a:cubicBezTo>
                  <a:pt x="4887" y="3858270"/>
                  <a:pt x="49629" y="4041447"/>
                  <a:pt x="13716" y="4304593"/>
                </a:cubicBezTo>
                <a:cubicBezTo>
                  <a:pt x="-22197" y="4567740"/>
                  <a:pt x="45055" y="5149125"/>
                  <a:pt x="13716" y="5590381"/>
                </a:cubicBezTo>
                <a:cubicBezTo>
                  <a:pt x="9649" y="5590058"/>
                  <a:pt x="6483" y="5589928"/>
                  <a:pt x="0" y="5590381"/>
                </a:cubicBezTo>
                <a:cubicBezTo>
                  <a:pt x="36767" y="5266821"/>
                  <a:pt x="-16223" y="5116146"/>
                  <a:pt x="0" y="4835680"/>
                </a:cubicBezTo>
                <a:cubicBezTo>
                  <a:pt x="16223" y="4555214"/>
                  <a:pt x="-16316" y="4356490"/>
                  <a:pt x="0" y="4136882"/>
                </a:cubicBezTo>
                <a:cubicBezTo>
                  <a:pt x="16316" y="3917274"/>
                  <a:pt x="8005" y="3773465"/>
                  <a:pt x="0" y="3549892"/>
                </a:cubicBezTo>
                <a:cubicBezTo>
                  <a:pt x="-8005" y="3326319"/>
                  <a:pt x="27623" y="3052456"/>
                  <a:pt x="0" y="2851094"/>
                </a:cubicBezTo>
                <a:cubicBezTo>
                  <a:pt x="-27623" y="2649732"/>
                  <a:pt x="5614" y="2455815"/>
                  <a:pt x="0" y="2264104"/>
                </a:cubicBezTo>
                <a:cubicBezTo>
                  <a:pt x="-5614" y="2072393"/>
                  <a:pt x="22598" y="1990723"/>
                  <a:pt x="0" y="1733018"/>
                </a:cubicBezTo>
                <a:cubicBezTo>
                  <a:pt x="-22598" y="1475313"/>
                  <a:pt x="-6965" y="1369123"/>
                  <a:pt x="0" y="1090124"/>
                </a:cubicBezTo>
                <a:cubicBezTo>
                  <a:pt x="6965" y="811125"/>
                  <a:pt x="-19273" y="507044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3114097614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Content Placeholder 4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6B9C94D0-4781-A951-CB8F-8413D34929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0722" y="1036473"/>
            <a:ext cx="5170932" cy="3102558"/>
          </a:xfrm>
          <a:prstGeom prst="rect">
            <a:avLst/>
          </a:prstGeom>
        </p:spPr>
      </p:pic>
      <p:sp>
        <p:nvSpPr>
          <p:cNvPr id="22" name="Rectangle 4">
            <a:extLst>
              <a:ext uri="{FF2B5EF4-FFF2-40B4-BE49-F238E27FC236}">
                <a16:creationId xmlns:a16="http://schemas.microsoft.com/office/drawing/2014/main" id="{C2CF59B8-6C3E-B713-F476-41A803E6B6C7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3490722" y="4798577"/>
            <a:ext cx="5170932" cy="1428487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="t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3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Shows how spend in each channel impacts revenue over time</a:t>
            </a:r>
          </a:p>
          <a:p>
            <a:pPr marL="0" marR="0" lvl="0" indent="0" defTabSz="914400" rtl="0" eaLnBrk="0" fontAlgn="base" latinLnBrk="0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3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Positive lag → effect of spend shows up after a delay (e.g., awareness campaigns)</a:t>
            </a:r>
          </a:p>
          <a:p>
            <a:pPr marL="0" marR="0" lvl="0" indent="0" defTabSz="914400" rtl="0" eaLnBrk="0" fontAlgn="base" latinLnBrk="0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3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Negative lag → potential reverse causality (revenue movements precede spend adjustments)</a:t>
            </a:r>
          </a:p>
          <a:p>
            <a:pPr marL="0" marR="0" lvl="0" indent="0" defTabSz="914400" rtl="0" eaLnBrk="0" fontAlgn="base" latinLnBrk="0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3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Helps distinguish short-term vs. delayed channel impact</a:t>
            </a:r>
          </a:p>
        </p:txBody>
      </p:sp>
    </p:spTree>
    <p:extLst>
      <p:ext uri="{BB962C8B-B14F-4D97-AF65-F5344CB8AC3E}">
        <p14:creationId xmlns:p14="http://schemas.microsoft.com/office/powerpoint/2010/main" val="21947644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1" name="Rectangle 90">
            <a:extLst>
              <a:ext uri="{FF2B5EF4-FFF2-40B4-BE49-F238E27FC236}">
                <a16:creationId xmlns:a16="http://schemas.microsoft.com/office/drawing/2014/main" id="{2659FDB4-FCBE-4A89-B46D-43D4FA5446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8313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Understanding Incremental Revenue</a:t>
            </a:r>
          </a:p>
          <a:p>
            <a:endParaRPr/>
          </a:p>
          <a:p>
            <a:r>
              <a:t>- Modeled revenue captures only the additional revenue directly generated by marketing spend.</a:t>
            </a:r>
          </a:p>
          <a:p>
            <a:r>
              <a:t>- Platform reports often overstate impact by including all influenced revenue.</a:t>
            </a:r>
          </a:p>
          <a:p>
            <a:r>
              <a:t>- Explains why modeled revenue &lt; reported revenue.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9545" y="1070800"/>
            <a:ext cx="2954766" cy="5583126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</a:pPr>
            <a:r>
              <a:rPr lang="en-US" sz="3300"/>
              <a:t>Understanding Incremental Revenue</a:t>
            </a:r>
          </a:p>
        </p:txBody>
      </p: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C8F51B3F-8331-4E4A-AE96-D47B1006EE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546039" y="1132114"/>
            <a:ext cx="0" cy="5717573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76" name="Content Placeholder 2">
            <a:extLst>
              <a:ext uri="{FF2B5EF4-FFF2-40B4-BE49-F238E27FC236}">
                <a16:creationId xmlns:a16="http://schemas.microsoft.com/office/drawing/2014/main" id="{E12A2D84-9413-83D3-E3A4-B1053B6530A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44413005"/>
              </p:ext>
            </p:extLst>
          </p:nvPr>
        </p:nvGraphicFramePr>
        <p:xfrm>
          <a:off x="3831401" y="1070800"/>
          <a:ext cx="4683949" cy="558934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Diminishing Returns on Marketing Spend</a:t>
            </a:r>
          </a:p>
          <a:p>
            <a:endParaRPr/>
          </a:p>
          <a:p>
            <a:r>
              <a:t>- Insight: As spend increases, marginal gains decline.</a:t>
            </a:r>
          </a:p>
          <a:p>
            <a:r>
              <a:t>- Findings:</a:t>
            </a:r>
          </a:p>
          <a:p>
            <a:r>
              <a:t>  • Channels like Amazon Ads, TikTok, AdWords, StackAdapt show high historical ROI but low incremental ROI.</a:t>
            </a:r>
          </a:p>
          <a:p>
            <a:r>
              <a:t>  • Indicates saturation—each additional dollar yields less incremental revenue.</a:t>
            </a:r>
          </a:p>
          <a:p>
            <a:r>
              <a:t>- Conclusion: Modeled revenue highlights reduced efficiency even in historically strong channels.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" y="0"/>
            <a:ext cx="9143999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6096642" y="0"/>
            <a:ext cx="3047358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783777" y="-3783778"/>
            <a:ext cx="1576446" cy="9144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353CB4C-C8CC-8E47-8C61-70C286AB9A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697" y="348865"/>
            <a:ext cx="7533018" cy="877729"/>
          </a:xfrm>
        </p:spPr>
        <p:txBody>
          <a:bodyPr anchor="ctr">
            <a:normAutofit fontScale="90000"/>
          </a:bodyPr>
          <a:lstStyle/>
          <a:p>
            <a:r>
              <a:rPr lang="en-US" sz="3600" dirty="0">
                <a:solidFill>
                  <a:schemeClr val="bg1"/>
                </a:solidFill>
              </a:rPr>
              <a:t>Diminishing Returns on Marketing Spend</a:t>
            </a:r>
            <a:endParaRPr lang="en-US" sz="3500" dirty="0">
              <a:solidFill>
                <a:schemeClr val="bg1"/>
              </a:solidFill>
            </a:endParaRP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A7B986E4-2F37-4DFC-58C4-8A75F25E91B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36685429"/>
              </p:ext>
            </p:extLst>
          </p:nvPr>
        </p:nvGraphicFramePr>
        <p:xfrm>
          <a:off x="483042" y="2112579"/>
          <a:ext cx="8195871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623460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979E27D9-03C7-44E2-9FF8-15D0C8506A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Collinearity and Overlap (VIF Analysis)</a:t>
            </a:r>
          </a:p>
          <a:p>
            <a:endParaRPr/>
          </a:p>
          <a:p>
            <a:r>
              <a:t>- High VIF (&gt;10) = Strong overlap across channel spend.</a:t>
            </a:r>
          </a:p>
          <a:p>
            <a:r>
              <a:t>- Overlap reduces modeled contributions since multiple channels share credit.</a:t>
            </a:r>
          </a:p>
          <a:p>
            <a:r>
              <a:t>- Optimizing requires balancing spend across overlapping channels.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2297" y="502021"/>
            <a:ext cx="3719703" cy="1642969"/>
          </a:xfrm>
        </p:spPr>
        <p:txBody>
          <a:bodyPr anchor="b">
            <a:normAutofit/>
          </a:bodyPr>
          <a:lstStyle/>
          <a:p>
            <a:r>
              <a:rPr lang="en-US" sz="3500"/>
              <a:t>Total ROI vs Marginal ROI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52297" y="2418408"/>
            <a:ext cx="3719703" cy="3522569"/>
          </a:xfrm>
        </p:spPr>
        <p:txBody>
          <a:bodyPr anchor="t">
            <a:normAutofit/>
          </a:bodyPr>
          <a:lstStyle/>
          <a:p>
            <a:pPr>
              <a:defRPr sz="1800"/>
            </a:pPr>
            <a:r>
              <a:rPr lang="en-US" sz="1600" dirty="0"/>
              <a:t>Channels like StackAdapt, Amazon Ads, TikTok Ads, AdWords show high Total ROI but low Marginal ROI</a:t>
            </a:r>
          </a:p>
          <a:p>
            <a:pPr>
              <a:defRPr sz="1800"/>
            </a:pPr>
            <a:r>
              <a:rPr lang="en-US" sz="1600" dirty="0"/>
              <a:t>Indicates diminishing returns as channels become saturated</a:t>
            </a:r>
          </a:p>
          <a:p>
            <a:pPr>
              <a:defRPr sz="1800"/>
            </a:pPr>
            <a:r>
              <a:rPr lang="en-US" sz="1600" dirty="0"/>
              <a:t>Future spend in these channels yields weaker incremental gains</a:t>
            </a:r>
          </a:p>
          <a:p>
            <a:endParaRPr lang="en-US" sz="1700" dirty="0"/>
          </a:p>
        </p:txBody>
      </p:sp>
      <p:pic>
        <p:nvPicPr>
          <p:cNvPr id="5" name="Picture 4" descr="A graph with colored dots&#10;&#10;AI-generated content may be incorrect.">
            <a:extLst>
              <a:ext uri="{FF2B5EF4-FFF2-40B4-BE49-F238E27FC236}">
                <a16:creationId xmlns:a16="http://schemas.microsoft.com/office/drawing/2014/main" id="{8A1BDF40-6701-CB5D-495F-39FFF309D2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4331" y="1759334"/>
            <a:ext cx="3900767" cy="2925574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EEBF1590-3B36-48EE-A89D-3B6F3CB256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0" y="6400799"/>
            <a:ext cx="9144000" cy="456773"/>
          </a:xfrm>
          <a:prstGeom prst="rect">
            <a:avLst/>
          </a:prstGeom>
          <a:gradFill>
            <a:gsLst>
              <a:gs pos="0">
                <a:schemeClr val="accent1"/>
              </a:gs>
              <a:gs pos="78000">
                <a:srgbClr val="000000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AC8F6C8C-AB5A-4548-942D-E3FD40ACBC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3028950" y="6400799"/>
            <a:ext cx="6115048" cy="456772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100000">
                <a:schemeClr val="accent1">
                  <a:lumMod val="7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Freeform 6">
            <a:extLst>
              <a:ext uri="{FF2B5EF4-FFF2-40B4-BE49-F238E27FC236}">
                <a16:creationId xmlns:a16="http://schemas.microsoft.com/office/drawing/2014/main" id="{69D184B2-2226-4E31-BCCB-4443307674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8338899" y="918266"/>
            <a:ext cx="529596" cy="5863534"/>
          </a:xfrm>
          <a:custGeom>
            <a:avLst/>
            <a:gdLst>
              <a:gd name="T0" fmla="*/ 414 w 414"/>
              <a:gd name="T1" fmla="*/ 2447 h 2447"/>
              <a:gd name="T2" fmla="*/ 0 w 414"/>
              <a:gd name="T3" fmla="*/ 2247 h 2447"/>
              <a:gd name="T4" fmla="*/ 0 w 414"/>
              <a:gd name="T5" fmla="*/ 0 h 2447"/>
              <a:gd name="T6" fmla="*/ 414 w 414"/>
              <a:gd name="T7" fmla="*/ 200 h 2447"/>
              <a:gd name="T8" fmla="*/ 414 w 414"/>
              <a:gd name="T9" fmla="*/ 2447 h 244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414" h="2447">
                <a:moveTo>
                  <a:pt x="414" y="2447"/>
                </a:moveTo>
                <a:lnTo>
                  <a:pt x="0" y="2247"/>
                </a:lnTo>
                <a:lnTo>
                  <a:pt x="0" y="0"/>
                </a:lnTo>
                <a:lnTo>
                  <a:pt x="414" y="200"/>
                </a:lnTo>
                <a:lnTo>
                  <a:pt x="414" y="2447"/>
                </a:lnTo>
                <a:close/>
              </a:path>
            </a:pathLst>
          </a:custGeom>
          <a:solidFill>
            <a:schemeClr val="accent1">
              <a:lumMod val="75000"/>
            </a:schemeClr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6" name="Freeform 7">
            <a:extLst>
              <a:ext uri="{FF2B5EF4-FFF2-40B4-BE49-F238E27FC236}">
                <a16:creationId xmlns:a16="http://schemas.microsoft.com/office/drawing/2014/main" id="{1AC4D4E3-486A-464A-8EC8-D448810972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8338409" y="643467"/>
            <a:ext cx="315230" cy="5668919"/>
          </a:xfrm>
          <a:custGeom>
            <a:avLst/>
            <a:gdLst>
              <a:gd name="T0" fmla="*/ 209 w 209"/>
              <a:gd name="T1" fmla="*/ 2246 h 2358"/>
              <a:gd name="T2" fmla="*/ 0 w 209"/>
              <a:gd name="T3" fmla="*/ 2358 h 2358"/>
              <a:gd name="T4" fmla="*/ 0 w 209"/>
              <a:gd name="T5" fmla="*/ 111 h 2358"/>
              <a:gd name="T6" fmla="*/ 209 w 209"/>
              <a:gd name="T7" fmla="*/ 0 h 2358"/>
              <a:gd name="T8" fmla="*/ 209 w 209"/>
              <a:gd name="T9" fmla="*/ 2246 h 235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209" h="2358">
                <a:moveTo>
                  <a:pt x="209" y="2246"/>
                </a:moveTo>
                <a:lnTo>
                  <a:pt x="0" y="2358"/>
                </a:lnTo>
                <a:lnTo>
                  <a:pt x="0" y="111"/>
                </a:lnTo>
                <a:lnTo>
                  <a:pt x="209" y="0"/>
                </a:lnTo>
                <a:lnTo>
                  <a:pt x="209" y="2246"/>
                </a:lnTo>
                <a:close/>
              </a:path>
            </a:pathLst>
          </a:custGeom>
          <a:solidFill>
            <a:schemeClr val="accent1">
              <a:lumMod val="50000"/>
            </a:schemeClr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864DE13E-58EB-4475-B79C-0D4FC65123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478790" y="643467"/>
            <a:ext cx="8200127" cy="5391944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1"/>
            </a:solidFill>
            <a:miter lim="800000"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5" name="Content Placeholder 4" descr="A graph of blue bars&#10;&#10;AI-generated content may be incorrect.">
            <a:extLst>
              <a:ext uri="{FF2B5EF4-FFF2-40B4-BE49-F238E27FC236}">
                <a16:creationId xmlns:a16="http://schemas.microsoft.com/office/drawing/2014/main" id="{4B42E3D9-E31A-57F7-5628-C5DCA5F8D0F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50376" y="1286934"/>
            <a:ext cx="6843248" cy="41059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24326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1" name="Rectangle 40">
            <a:extLst>
              <a:ext uri="{FF2B5EF4-FFF2-40B4-BE49-F238E27FC236}">
                <a16:creationId xmlns:a16="http://schemas.microsoft.com/office/drawing/2014/main" id="{7FEAE179-C525-48F3-AD47-0E9E2B6F2E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Lagged Effects of Spend</a:t>
            </a:r>
          </a:p>
          <a:p>
            <a:endParaRPr/>
          </a:p>
          <a:p>
            <a:r>
              <a:t>- Positive lag: Impact appears with delay (awareness, brand campaigns).</a:t>
            </a:r>
          </a:p>
          <a:p>
            <a:r>
              <a:t>- Negative lag: Revenue changes precede spend adjustments (reverse causality).</a:t>
            </a:r>
          </a:p>
          <a:p>
            <a:r>
              <a:t>- Takeaway: Distinguish short-term vs. delayed channel impact when planning budgets.</a:t>
            </a: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99CE5530-6C8E-A95B-0E56-893FC040F25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388416" y="4883544"/>
            <a:ext cx="2907065" cy="1556907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Diminishing Returns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95C8260E-968F-44E8-A823-ABB4313119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86584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2C1BBA94-3F40-40AA-8BB9-E69E25E537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8416" y="0"/>
            <a:ext cx="8423809" cy="4588184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5" name="Picture 14" descr="A graph of a graph&#10;&#10;AI-generated content may be incorrect.">
            <a:extLst>
              <a:ext uri="{FF2B5EF4-FFF2-40B4-BE49-F238E27FC236}">
                <a16:creationId xmlns:a16="http://schemas.microsoft.com/office/drawing/2014/main" id="{50E2F948-8509-E471-40F2-5D5A2C8B6C0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530"/>
          <a:stretch>
            <a:fillRect/>
          </a:stretch>
        </p:blipFill>
        <p:spPr>
          <a:xfrm>
            <a:off x="719403" y="364142"/>
            <a:ext cx="7777234" cy="3867993"/>
          </a:xfrm>
          <a:prstGeom prst="rect">
            <a:avLst/>
          </a:prstGeom>
        </p:spPr>
      </p:pic>
      <p:sp>
        <p:nvSpPr>
          <p:cNvPr id="47" name="Rectangle 46">
            <a:extLst>
              <a:ext uri="{FF2B5EF4-FFF2-40B4-BE49-F238E27FC236}">
                <a16:creationId xmlns:a16="http://schemas.microsoft.com/office/drawing/2014/main" id="{FE43805F-24A6-46A4-B19B-54F2834735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2817950" y="5666847"/>
            <a:ext cx="1463040" cy="34289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72039" y="4883544"/>
            <a:ext cx="4940186" cy="1556907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1000" dirty="0"/>
              <a:t>Advertising platforms report total revenue claims. Modeled revenue focuses on incremental lift. Extra dollars spent on saturated channels yield smaller gains.</a:t>
            </a:r>
          </a:p>
          <a:p>
            <a:pPr>
              <a:lnSpc>
                <a:spcPct val="90000"/>
              </a:lnSpc>
            </a:pPr>
            <a:r>
              <a:rPr lang="en-US" sz="1000" dirty="0"/>
              <a:t>Some channels have much higher total spend than others.</a:t>
            </a:r>
          </a:p>
          <a:p>
            <a:pPr>
              <a:lnSpc>
                <a:spcPct val="90000"/>
              </a:lnSpc>
            </a:pPr>
            <a:r>
              <a:rPr lang="en-US" sz="1000" dirty="0"/>
              <a:t>High spend levels often coincide with diminishing marginal returns—each additional dollar spent generates less incremental revenue.</a:t>
            </a:r>
          </a:p>
          <a:p>
            <a:pPr>
              <a:lnSpc>
                <a:spcPct val="90000"/>
              </a:lnSpc>
            </a:pPr>
            <a:r>
              <a:rPr lang="en-US" sz="1000" dirty="0"/>
              <a:t>Channels with large spend may still have high total ROI historically, but the model shows current incremental efficiency is lower.</a:t>
            </a:r>
          </a:p>
          <a:p>
            <a:pPr>
              <a:lnSpc>
                <a:spcPct val="90000"/>
              </a:lnSpc>
            </a:pPr>
            <a:r>
              <a:rPr lang="en-US" sz="1000" dirty="0"/>
              <a:t>This helps explain why modeled revenue &lt; reported revenue for these channels.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4" name="Rectangle 53">
            <a:extLst>
              <a:ext uri="{FF2B5EF4-FFF2-40B4-BE49-F238E27FC236}">
                <a16:creationId xmlns:a16="http://schemas.microsoft.com/office/drawing/2014/main" id="{979E27D9-03C7-44E2-9FF8-15D0C8506A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2297" y="502021"/>
            <a:ext cx="3719703" cy="1642969"/>
          </a:xfrm>
        </p:spPr>
        <p:txBody>
          <a:bodyPr anchor="b">
            <a:normAutofit/>
          </a:bodyPr>
          <a:lstStyle/>
          <a:p>
            <a:r>
              <a:rPr lang="en-US" sz="3500"/>
              <a:t>Variance Inflation Factor (VIF)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52297" y="2418408"/>
            <a:ext cx="3719703" cy="3522569"/>
          </a:xfrm>
        </p:spPr>
        <p:txBody>
          <a:bodyPr anchor="t">
            <a:normAutofit/>
          </a:bodyPr>
          <a:lstStyle/>
          <a:p>
            <a:r>
              <a:rPr lang="en-US" sz="1700"/>
              <a:t>High VIF (&gt;10) indicates strong overlap in channel spend, explaining why modeled contributions may appear lower than reported revenue.</a:t>
            </a:r>
          </a:p>
        </p:txBody>
      </p:sp>
      <p:pic>
        <p:nvPicPr>
          <p:cNvPr id="5" name="Picture 4" descr="A chart with text on it&#10;&#10;AI-generated content may be incorrect.">
            <a:extLst>
              <a:ext uri="{FF2B5EF4-FFF2-40B4-BE49-F238E27FC236}">
                <a16:creationId xmlns:a16="http://schemas.microsoft.com/office/drawing/2014/main" id="{9C991CBA-E120-0492-5134-FCEFDFCE0A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4331" y="2095775"/>
            <a:ext cx="3900767" cy="2252692"/>
          </a:xfrm>
          <a:prstGeom prst="rect">
            <a:avLst/>
          </a:prstGeom>
        </p:spPr>
      </p:pic>
      <p:sp>
        <p:nvSpPr>
          <p:cNvPr id="55" name="Rectangle 54">
            <a:extLst>
              <a:ext uri="{FF2B5EF4-FFF2-40B4-BE49-F238E27FC236}">
                <a16:creationId xmlns:a16="http://schemas.microsoft.com/office/drawing/2014/main" id="{EEBF1590-3B36-48EE-A89D-3B6F3CB256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0" y="6400799"/>
            <a:ext cx="9144000" cy="456773"/>
          </a:xfrm>
          <a:prstGeom prst="rect">
            <a:avLst/>
          </a:prstGeom>
          <a:gradFill>
            <a:gsLst>
              <a:gs pos="0">
                <a:schemeClr val="accent1"/>
              </a:gs>
              <a:gs pos="78000">
                <a:srgbClr val="000000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AC8F6C8C-AB5A-4548-942D-E3FD40ACBC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3028950" y="6400799"/>
            <a:ext cx="6115048" cy="456772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100000">
                <a:schemeClr val="accent1">
                  <a:lumMod val="7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Slide Background">
            <a:extLst>
              <a:ext uri="{FF2B5EF4-FFF2-40B4-BE49-F238E27FC236}">
                <a16:creationId xmlns:a16="http://schemas.microsoft.com/office/drawing/2014/main" id="{C0763A76-9F1C-4FC5-82B7-DD475DA461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9143998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6391835" cy="2285999"/>
          </a:xfrm>
          <a:prstGeom prst="rect">
            <a:avLst/>
          </a:prstGeom>
          <a:ln>
            <a:noFill/>
          </a:ln>
          <a:effectLst>
            <a:outerShdw blurRad="596900" dist="304800" dir="7140000" sx="90000" sy="90000" algn="t" rotWithShape="0">
              <a:srgbClr val="000000">
                <a:alpha val="1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1352" y="350196"/>
            <a:ext cx="3485178" cy="1624520"/>
          </a:xfrm>
        </p:spPr>
        <p:txBody>
          <a:bodyPr anchor="ctr">
            <a:normAutofit/>
          </a:bodyPr>
          <a:lstStyle/>
          <a:p>
            <a:r>
              <a:rPr lang="en-US" sz="3500"/>
              <a:t>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351" y="2743200"/>
            <a:ext cx="3485179" cy="3613149"/>
          </a:xfrm>
        </p:spPr>
        <p:txBody>
          <a:bodyPr anchor="ctr">
            <a:normAutofit/>
          </a:bodyPr>
          <a:lstStyle/>
          <a:p>
            <a:r>
              <a:rPr lang="en-US" sz="1700"/>
              <a:t>Identify saturated channels and reallocate budget to maximize incremental impact.</a:t>
            </a:r>
          </a:p>
          <a:p>
            <a:r>
              <a:rPr lang="en-US" sz="1700"/>
              <a:t>Find collinear channels and see if there is an optimal amount of spend to allocate to a combination of them</a:t>
            </a:r>
          </a:p>
        </p:txBody>
      </p:sp>
      <p:pic>
        <p:nvPicPr>
          <p:cNvPr id="5" name="Picture 4" descr="Desk with productivity items">
            <a:extLst>
              <a:ext uri="{FF2B5EF4-FFF2-40B4-BE49-F238E27FC236}">
                <a16:creationId xmlns:a16="http://schemas.microsoft.com/office/drawing/2014/main" id="{2BBA4D8C-148C-EB70-08B8-269F6AAB65E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5350" r="20100" b="-2"/>
          <a:stretch>
            <a:fillRect/>
          </a:stretch>
        </p:blipFill>
        <p:spPr>
          <a:xfrm>
            <a:off x="4572000" y="1"/>
            <a:ext cx="4577118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122</TotalTime>
  <Words>709</Words>
  <Application>Microsoft Office PowerPoint</Application>
  <PresentationFormat>On-screen Show (4:3)</PresentationFormat>
  <Paragraphs>73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Marketing Mix Modeling: Revenue Discrepancy Analysis</vt:lpstr>
      <vt:lpstr>Reported vs Modeled Revenue</vt:lpstr>
      <vt:lpstr>Lagged Correlations Between Spend and Modeled Revenue</vt:lpstr>
      <vt:lpstr>Understanding Incremental Revenue</vt:lpstr>
      <vt:lpstr>Diminishing Returns on Marketing Spend</vt:lpstr>
      <vt:lpstr>Total ROI vs Marginal ROI</vt:lpstr>
      <vt:lpstr>PowerPoint Presentation</vt:lpstr>
      <vt:lpstr>Diminishing Returns</vt:lpstr>
      <vt:lpstr>Variance Inflation Factor (VIF)</vt:lpstr>
      <vt:lpstr>Next Steps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Danny Xia</dc:creator>
  <cp:keywords/>
  <dc:description>generated using python-pptx</dc:description>
  <cp:lastModifiedBy>Danny Xia</cp:lastModifiedBy>
  <cp:revision>3</cp:revision>
  <dcterms:created xsi:type="dcterms:W3CDTF">2013-01-27T09:14:16Z</dcterms:created>
  <dcterms:modified xsi:type="dcterms:W3CDTF">2025-08-20T05:41:16Z</dcterms:modified>
  <cp:category/>
</cp:coreProperties>
</file>